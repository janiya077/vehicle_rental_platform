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xml"/>
  <Override PartName="/customXml/item1.xml" ContentType="application/xml"/>
  <Override PartName="/customXml/itemProps1.xml" ContentType="application/vnd.openxmlformats-officedocument.customXmlProperties+xml"/>
  <Override PartName="/customXml/item2.xml" ContentType="application/xml"/>
  <Override PartName="/customXml/_rels/item1.xml.rels" ContentType="application/vnd.openxmlformats-package.relationships+xml"/>
  <Override PartName="/customXml/_rels/item2.xml.rels" ContentType="application/vnd.openxmlformats-package.relationships+xml"/>
  <Override PartName="/customXml/_rels/item3.xml.rels" ContentType="application/vnd.openxmlformats-package.relationships+xml"/>
  <Override PartName="/customXml/itemProps2.xml" ContentType="application/vnd.openxmlformats-officedocument.customXmlProperties+xml"/>
  <Override PartName="/customXml/item3.xml" ContentType="application/xml"/>
  <Override PartName="/customXml/itemProps3.xml" ContentType="application/vnd.openxmlformats-officedocument.customXml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_rels/slideMaster1.xml.rels" ContentType="application/vnd.openxmlformats-package.relationships+xml"/>
  <Override PartName="/ppt/notesMasters/notesMaster1.xml" ContentType="application/vnd.openxmlformats-officedocument.presentationml.notesMaster+xml"/>
  <Override PartName="/ppt/notesMasters/_rels/notesMaster1.xml.rels" ContentType="application/vnd.openxmlformats-package.relationships+xml"/>
  <Override PartName="/ppt/theme/theme1.xml" ContentType="application/vnd.openxmlformats-officedocument.theme+xml"/>
  <Override PartName="/ppt/theme/theme25.xml" ContentType="application/vnd.openxmlformats-officedocument.theme+xml"/>
  <Override PartName="/ppt/notesSlides/notesSlide7.xml" ContentType="application/vnd.openxmlformats-officedocument.presentationml.notesSlide+xml"/>
  <Override PartName="/ppt/notesSlides/_rels/notesSlide7.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slideLayouts/_rels/slideLayout8.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slideLayouts/_rels/slideLayout12.xml.rels" ContentType="application/vnd.openxmlformats-package.relationships+xml"/>
  <Override PartName="/ppt/slideLayouts/_rels/slideLayout13.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_rels/slideLayout19.xml.rels" ContentType="application/vnd.openxmlformats-package.relationships+xml"/>
  <Override PartName="/ppt/slideLayouts/_rels/slideLayout20.xml.rels" ContentType="application/vnd.openxmlformats-package.relationships+xml"/>
  <Override PartName="/ppt/slideLayouts/_rels/slideLayout21.xml.rels" ContentType="application/vnd.openxmlformats-package.relationships+xml"/>
  <Override PartName="/ppt/slideLayouts/_rels/slideLayout22.xml.rels" ContentType="application/vnd.openxmlformats-package.relationships+xml"/>
  <Override PartName="/ppt/slideLayouts/_rels/slideLayout23.xml.rels" ContentType="application/vnd.openxmlformats-package.relationships+xml"/>
  <Override PartName="/ppt/slideLayouts/_rels/slideLayout24.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media/image1.jpeg" ContentType="image/jpeg"/>
  <Override PartName="/ppt/media/image3.png" ContentType="image/png"/>
  <Override PartName="/ppt/media/image2.png" ContentType="image/png"/>
  <Override PartName="/ppt/media/image4.jpeg" ContentType="image/jpeg"/>
  <Override PartName="/ppt/media/image5.png" ContentType="image/png"/>
  <Override PartName="/ppt/media/image6.png" ContentType="image/png"/>
  <Override PartName="/ppt/media/image7.png" ContentType="image/png"/>
  <Override PartName="/ppt/media/image8.png" ContentType="image/png"/>
  <Override PartName="/ppt/media/image9.png" ContentType="image/png"/>
  <Override PartName="/ppt/media/image10.png" ContentType="image/png"/>
  <Override PartName="/ppt/presProps.xml" ContentType="application/vnd.openxmlformats-officedocument.presentationml.presProps+xml"/>
  <Override PartName="/ppt/_rels/presentation.xml.rels" ContentType="application/vnd.openxmlformats-package.relationshi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customXml" Target="../customXml/item1.xml"/><Relationship Id="rId5" Type="http://schemas.openxmlformats.org/officeDocument/2006/relationships/customXml" Target="../customXml/item2.xml"/><Relationship Id="rId6" Type="http://schemas.openxmlformats.org/officeDocument/2006/relationships/customXml" Target="../customXml/item3.xml"/><Relationship Id="rId7" Type="http://schemas.microsoft.com/office/2020/02/relationships/classificationlabels" Target="docMetadata/LabelInfo.xml"/><Relationship Id="rId8"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5.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 name="PlaceHolder 1"/>
          <p:cNvSpPr>
            <a:spLocks noGrp="1"/>
          </p:cNvSpPr>
          <p:nvPr>
            <p:ph type="sldImg"/>
          </p:nvPr>
        </p:nvSpPr>
        <p:spPr>
          <a:xfrm>
            <a:off x="0" y="764280"/>
            <a:ext cx="0" cy="0"/>
          </a:xfrm>
          <a:prstGeom prst="rect">
            <a:avLst/>
          </a:prstGeom>
          <a:noFill/>
          <a:ln w="0">
            <a:noFill/>
          </a:ln>
        </p:spPr>
        <p:txBody>
          <a:bodyPr lIns="0" rIns="0" tIns="0" bIns="0" anchor="ctr">
            <a:noAutofit/>
          </a:bodyPr>
          <a:p>
            <a:pPr algn="ctr"/>
            <a:r>
              <a:rPr b="0" lang="en-US" sz="4400" strike="noStrike" u="none">
                <a:solidFill>
                  <a:srgbClr val="000000"/>
                </a:solidFill>
                <a:effectLst/>
                <a:uFillTx/>
                <a:latin typeface="Arial"/>
              </a:rPr>
              <a:t>Click to move the slide</a:t>
            </a:r>
            <a:endParaRPr b="0" lang="en-US" sz="4400" strike="noStrike" u="none">
              <a:solidFill>
                <a:srgbClr val="000000"/>
              </a:solidFill>
              <a:effectLst/>
              <a:uFillTx/>
              <a:latin typeface="Arial"/>
            </a:endParaRPr>
          </a:p>
        </p:txBody>
      </p:sp>
      <p:sp>
        <p:nvSpPr>
          <p:cNvPr id="121"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indent="0">
              <a:buNone/>
            </a:pPr>
            <a:r>
              <a:rPr b="0" lang="en-US" sz="2000" strike="noStrike" u="none">
                <a:solidFill>
                  <a:srgbClr val="000000"/>
                </a:solidFill>
                <a:effectLst/>
                <a:uFillTx/>
                <a:latin typeface="Arial"/>
              </a:rPr>
              <a:t>Click to edit the notes format</a:t>
            </a:r>
            <a:endParaRPr b="0" lang="en-US" sz="2000" strike="noStrike" u="none">
              <a:solidFill>
                <a:srgbClr val="000000"/>
              </a:solidFill>
              <a:effectLst/>
              <a:uFillTx/>
              <a:latin typeface="Arial"/>
            </a:endParaRPr>
          </a:p>
        </p:txBody>
      </p:sp>
      <p:sp>
        <p:nvSpPr>
          <p:cNvPr id="122"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b="0" lang="en-US" sz="1400" strike="noStrike" u="none">
                <a:solidFill>
                  <a:srgbClr val="000000"/>
                </a:solidFill>
                <a:effectLst/>
                <a:uFillTx/>
                <a:latin typeface="Times New Roman"/>
              </a:rPr>
              <a:t>&lt;header&gt;</a:t>
            </a:r>
            <a:endParaRPr b="0" lang="en-US" sz="1400" strike="noStrike" u="none">
              <a:solidFill>
                <a:srgbClr val="000000"/>
              </a:solidFill>
              <a:effectLst/>
              <a:uFillTx/>
              <a:latin typeface="Times New Roman"/>
            </a:endParaRPr>
          </a:p>
        </p:txBody>
      </p:sp>
      <p:sp>
        <p:nvSpPr>
          <p:cNvPr id="123" name="PlaceHolder 4"/>
          <p:cNvSpPr>
            <a:spLocks noGrp="1"/>
          </p:cNvSpPr>
          <p:nvPr>
            <p:ph type="dt" idx="52"/>
          </p:nvPr>
        </p:nvSpPr>
        <p:spPr>
          <a:xfrm>
            <a:off x="4399200" y="0"/>
            <a:ext cx="3372840" cy="502560"/>
          </a:xfrm>
          <a:prstGeom prst="rect">
            <a:avLst/>
          </a:prstGeom>
          <a:noFill/>
          <a:ln w="0">
            <a:noFill/>
          </a:ln>
        </p:spPr>
        <p:txBody>
          <a:bodyPr lIns="0" rIns="0" tIns="0" bIns="0" anchor="t">
            <a:noAutofit/>
          </a:bodyPr>
          <a:lstStyle>
            <a:lvl1pPr indent="0" algn="r">
              <a:buNone/>
              <a:defRPr b="0" lang="en-US" sz="1400" strike="noStrike" u="none">
                <a:solidFill>
                  <a:srgbClr val="000000"/>
                </a:solidFill>
                <a:effectLst/>
                <a:uFillTx/>
                <a:latin typeface="Times New Roman"/>
              </a:defRPr>
            </a:lvl1pPr>
          </a:lstStyle>
          <a:p>
            <a:pPr indent="0" algn="r">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
        <p:nvSpPr>
          <p:cNvPr id="124" name="PlaceHolder 5"/>
          <p:cNvSpPr>
            <a:spLocks noGrp="1"/>
          </p:cNvSpPr>
          <p:nvPr>
            <p:ph type="ftr" idx="53"/>
          </p:nvPr>
        </p:nvSpPr>
        <p:spPr>
          <a:xfrm>
            <a:off x="0" y="9555480"/>
            <a:ext cx="3372840" cy="502560"/>
          </a:xfrm>
          <a:prstGeom prst="rect">
            <a:avLst/>
          </a:prstGeom>
          <a:noFill/>
          <a:ln w="0">
            <a:noFill/>
          </a:ln>
        </p:spPr>
        <p:txBody>
          <a:bodyPr lIns="0" rIns="0" tIns="0" bIns="0" anchor="b">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125" name="PlaceHolder 6"/>
          <p:cNvSpPr>
            <a:spLocks noGrp="1"/>
          </p:cNvSpPr>
          <p:nvPr>
            <p:ph type="sldNum" idx="54"/>
          </p:nvPr>
        </p:nvSpPr>
        <p:spPr>
          <a:xfrm>
            <a:off x="4399200" y="9555480"/>
            <a:ext cx="3372840" cy="502560"/>
          </a:xfrm>
          <a:prstGeom prst="rect">
            <a:avLst/>
          </a:prstGeom>
          <a:noFill/>
          <a:ln w="0">
            <a:noFill/>
          </a:ln>
        </p:spPr>
        <p:txBody>
          <a:bodyPr lIns="0" rIns="0" tIns="0" bIns="0" anchor="b">
            <a:noAutofit/>
          </a:bodyPr>
          <a:lstStyle>
            <a:lvl1pPr indent="0" algn="r">
              <a:buNone/>
              <a:defRPr b="0" lang="en-US" sz="1400" strike="noStrike" u="none">
                <a:solidFill>
                  <a:srgbClr val="000000"/>
                </a:solidFill>
                <a:effectLst/>
                <a:uFillTx/>
                <a:latin typeface="Times New Roman"/>
              </a:defRPr>
            </a:lvl1pPr>
          </a:lstStyle>
          <a:p>
            <a:pPr indent="0" algn="r">
              <a:buNone/>
            </a:pPr>
            <a:fld id="{506EA802-E3AA-4DA0-9EB7-A7A7A13B373B}"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1" name="PlaceHolder 1"/>
          <p:cNvSpPr>
            <a:spLocks noGrp="1"/>
          </p:cNvSpPr>
          <p:nvPr>
            <p:ph type="sldImg"/>
          </p:nvPr>
        </p:nvSpPr>
        <p:spPr>
          <a:xfrm>
            <a:off x="685800" y="1143000"/>
            <a:ext cx="5485680" cy="3085560"/>
          </a:xfrm>
          <a:prstGeom prst="rect">
            <a:avLst/>
          </a:prstGeom>
          <a:ln w="0">
            <a:noFill/>
          </a:ln>
        </p:spPr>
      </p:sp>
      <p:sp>
        <p:nvSpPr>
          <p:cNvPr id="162"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163" name="PlaceHolder 3"/>
          <p:cNvSpPr>
            <a:spLocks noGrp="1"/>
          </p:cNvSpPr>
          <p:nvPr>
            <p:ph type="sldNum" idx="55"/>
          </p:nvPr>
        </p:nvSpPr>
        <p:spPr>
          <a:xfrm>
            <a:off x="3884760" y="8685360"/>
            <a:ext cx="2971080" cy="4579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trike="noStrike" u="none">
                <a:solidFill>
                  <a:srgbClr val="000000"/>
                </a:solidFill>
                <a:effectLst/>
                <a:uFillTx/>
                <a:latin typeface="Times New Roman"/>
              </a:defRPr>
            </a:lvl1pPr>
          </a:lstStyle>
          <a:p>
            <a:pPr indent="0" algn="r">
              <a:lnSpc>
                <a:spcPct val="100000"/>
              </a:lnSpc>
              <a:buNone/>
              <a:tabLst>
                <a:tab algn="l" pos="0"/>
              </a:tabLst>
            </a:pPr>
            <a:fld id="{3C45FC31-016D-480F-9558-FA6ED9EB131F}"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mage and title">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675120" y="822960"/>
            <a:ext cx="4754160" cy="4114080"/>
          </a:xfrm>
          <a:prstGeom prst="rect">
            <a:avLst/>
          </a:prstGeom>
          <a:noFill/>
          <a:ln w="0">
            <a:noFill/>
          </a:ln>
        </p:spPr>
        <p:txBody>
          <a:bodyPr lIns="91440" rIns="91440" tIns="45720" bIns="45720" anchor="b">
            <a:normAutofit/>
          </a:bodyPr>
          <a:p>
            <a:pPr indent="0" defTabSz="914400">
              <a:lnSpc>
                <a:spcPct val="90000"/>
              </a:lnSpc>
              <a:buNone/>
              <a:tabLst>
                <a:tab algn="l" pos="0"/>
              </a:tabLst>
            </a:pPr>
            <a:r>
              <a:rPr b="1" lang="en-US" sz="5400" strike="noStrike" u="none">
                <a:solidFill>
                  <a:schemeClr val="lt1"/>
                </a:solidFill>
                <a:effectLst/>
                <a:uFillTx/>
                <a:latin typeface="Calibri Light"/>
              </a:rPr>
              <a:t>click to edit master title style</a:t>
            </a:r>
            <a:endParaRPr b="0" lang="en-US" sz="5400" strike="noStrike" u="none">
              <a:solidFill>
                <a:srgbClr val="000000"/>
              </a:solidFill>
              <a:effectLst/>
              <a:uFillTx/>
              <a:latin typeface="Arial"/>
            </a:endParaRPr>
          </a:p>
        </p:txBody>
      </p:sp>
      <p:sp>
        <p:nvSpPr>
          <p:cNvPr id="1" name="PlaceHolder 2"/>
          <p:cNvSpPr>
            <a:spLocks noGrp="1"/>
          </p:cNvSpPr>
          <p:nvPr>
            <p:ph type="body"/>
          </p:nvPr>
        </p:nvSpPr>
        <p:spPr>
          <a:xfrm>
            <a:off x="0" y="0"/>
            <a:ext cx="6098400" cy="6857280"/>
          </a:xfrm>
          <a:prstGeom prst="rect">
            <a:avLst/>
          </a:prstGeom>
          <a:solidFill>
            <a:schemeClr val="lt1">
              <a:lumMod val="95000"/>
            </a:schemeClr>
          </a:solidFill>
          <a:ln w="0">
            <a:noFill/>
          </a:ln>
        </p:spPr>
        <p:txBody>
          <a:bodyPr lIns="90000" rIns="90000" tIns="45000" bIns="45000" anchor="t">
            <a:noAutofit/>
          </a:bodyPr>
          <a:p>
            <a:pPr indent="0" algn="ctr" defTabSz="457200">
              <a:lnSpc>
                <a:spcPct val="100000"/>
              </a:lnSpc>
              <a:buNone/>
              <a:tabLst>
                <a:tab algn="l" pos="0"/>
              </a:tabLst>
            </a:pPr>
            <a:r>
              <a:rPr b="0" lang="en-US" sz="1800" strike="noStrike" u="none">
                <a:solidFill>
                  <a:schemeClr val="dk1"/>
                </a:solidFill>
                <a:effectLst/>
                <a:uFillTx/>
                <a:latin typeface="Calibri"/>
              </a:rPr>
              <a:t>Click icon to add picture</a:t>
            </a:r>
            <a:endParaRPr b="0" lang="en-US" sz="1800" strike="noStrike" u="none">
              <a:solidFill>
                <a:srgbClr val="000000"/>
              </a:solidFill>
              <a:effectLst/>
              <a:uFillTx/>
              <a:latin typeface="Arial"/>
            </a:endParaRPr>
          </a:p>
        </p:txBody>
      </p:sp>
      <p:sp>
        <p:nvSpPr>
          <p:cNvPr id="2" name="PlaceHolder 3"/>
          <p:cNvSpPr>
            <a:spLocks noGrp="1"/>
          </p:cNvSpPr>
          <p:nvPr>
            <p:ph type="body"/>
          </p:nvPr>
        </p:nvSpPr>
        <p:spPr>
          <a:xfrm>
            <a:off x="6675120" y="5175360"/>
            <a:ext cx="4754160" cy="91368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en-US" sz="2400" strike="noStrike" u="none">
                <a:solidFill>
                  <a:schemeClr val="lt1"/>
                </a:solidFill>
                <a:effectLst/>
                <a:uFillTx/>
                <a:latin typeface="Calibri"/>
              </a:rPr>
              <a:t>Click to edit Master text styles</a:t>
            </a:r>
            <a:endParaRPr b="0" lang="en-US" sz="2400" strike="noStrike" u="non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Two Content">
    <p:bg>
      <p:bgPr>
        <a:solidFill>
          <a:srgbClr val="ffffff"/>
        </a:solidFill>
      </p:bgPr>
    </p:bg>
    <p:spTree>
      <p:nvGrpSpPr>
        <p:cNvPr id="1" name=""/>
        <p:cNvGrpSpPr/>
        <p:nvPr/>
      </p:nvGrpSpPr>
      <p:grpSpPr>
        <a:xfrm>
          <a:off x="0" y="0"/>
          <a:ext cx="0" cy="0"/>
          <a:chOff x="0" y="0"/>
          <a:chExt cx="0" cy="0"/>
        </a:xfrm>
      </p:grpSpPr>
      <p:sp>
        <p:nvSpPr>
          <p:cNvPr id="3" name="PlaceHolder 1"/>
          <p:cNvSpPr>
            <a:spLocks noGrp="1"/>
          </p:cNvSpPr>
          <p:nvPr>
            <p:ph type="title"/>
          </p:nvPr>
        </p:nvSpPr>
        <p:spPr>
          <a:xfrm>
            <a:off x="822960" y="822960"/>
            <a:ext cx="4022640" cy="1919520"/>
          </a:xfrm>
          <a:prstGeom prst="rect">
            <a:avLst/>
          </a:prstGeom>
          <a:noFill/>
          <a:ln w="0">
            <a:noFill/>
          </a:ln>
        </p:spPr>
        <p:txBody>
          <a:bodyPr lIns="91440" rIns="91440" tIns="45720" bIns="45720" anchor="b">
            <a:normAutofit/>
          </a:bodyPr>
          <a:p>
            <a:pPr indent="0" defTabSz="914400">
              <a:lnSpc>
                <a:spcPct val="90000"/>
              </a:lnSpc>
              <a:buNone/>
              <a:tabLst>
                <a:tab algn="l" pos="0"/>
              </a:tabLst>
            </a:pPr>
            <a:r>
              <a:rPr b="1" lang="en-US" sz="3200" strike="noStrike" u="none">
                <a:solidFill>
                  <a:schemeClr val="lt1"/>
                </a:solidFill>
                <a:effectLst/>
                <a:uFillTx/>
                <a:latin typeface="Calibri Light"/>
              </a:rPr>
              <a:t>click to edit master title style</a:t>
            </a:r>
            <a:endParaRPr b="0" lang="en-US" sz="3200" strike="noStrike" u="none">
              <a:solidFill>
                <a:srgbClr val="000000"/>
              </a:solidFill>
              <a:effectLst/>
              <a:uFillTx/>
              <a:latin typeface="Arial"/>
            </a:endParaRPr>
          </a:p>
        </p:txBody>
      </p:sp>
      <p:sp>
        <p:nvSpPr>
          <p:cNvPr id="4" name="PlaceHolder 2"/>
          <p:cNvSpPr>
            <a:spLocks noGrp="1"/>
          </p:cNvSpPr>
          <p:nvPr>
            <p:ph type="body"/>
          </p:nvPr>
        </p:nvSpPr>
        <p:spPr>
          <a:xfrm>
            <a:off x="822960" y="3529440"/>
            <a:ext cx="4022640" cy="191952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ffffff"/>
              </a:buClr>
              <a:buFont typeface="Arial"/>
              <a:buChar char="•"/>
            </a:pPr>
            <a:r>
              <a:rPr b="0" lang="en-US" sz="1800" strike="noStrike" u="none">
                <a:solidFill>
                  <a:schemeClr val="lt1"/>
                </a:solidFill>
                <a:effectLst/>
                <a:uFillTx/>
                <a:latin typeface="Calibri"/>
              </a:rPr>
              <a:t>Click to edit Master text styles</a:t>
            </a:r>
            <a:endParaRPr b="0" lang="en-US" sz="1800" strike="noStrike" u="none">
              <a:solidFill>
                <a:srgbClr val="000000"/>
              </a:solidFill>
              <a:effectLst/>
              <a:uFillTx/>
              <a:latin typeface="Arial"/>
            </a:endParaRPr>
          </a:p>
          <a:p>
            <a:pPr lvl="1" marL="685800" indent="-228600" defTabSz="914400">
              <a:lnSpc>
                <a:spcPct val="90000"/>
              </a:lnSpc>
              <a:spcBef>
                <a:spcPts val="499"/>
              </a:spcBef>
              <a:buClr>
                <a:srgbClr val="ffffff"/>
              </a:buClr>
              <a:buFont typeface="Arial"/>
              <a:buChar char="•"/>
            </a:pPr>
            <a:r>
              <a:rPr b="0" lang="en-US" sz="1600" strike="noStrike" u="none">
                <a:solidFill>
                  <a:schemeClr val="lt1"/>
                </a:solidFill>
                <a:effectLst/>
                <a:uFillTx/>
                <a:latin typeface="Calibri"/>
              </a:rPr>
              <a:t>Second level</a:t>
            </a:r>
            <a:endParaRPr b="0" lang="en-US" sz="1600" strike="noStrike" u="none">
              <a:solidFill>
                <a:srgbClr val="000000"/>
              </a:solidFill>
              <a:effectLst/>
              <a:uFillTx/>
              <a:latin typeface="Arial"/>
            </a:endParaRPr>
          </a:p>
          <a:p>
            <a:pPr lvl="2" marL="1143000" indent="-228600" defTabSz="914400">
              <a:lnSpc>
                <a:spcPct val="90000"/>
              </a:lnSpc>
              <a:spcBef>
                <a:spcPts val="499"/>
              </a:spcBef>
              <a:buClr>
                <a:srgbClr val="ffffff"/>
              </a:buClr>
              <a:buFont typeface="Arial"/>
              <a:buChar char="•"/>
            </a:pPr>
            <a:r>
              <a:rPr b="0" lang="en-US" sz="1400" strike="noStrike" u="none">
                <a:solidFill>
                  <a:schemeClr val="lt1"/>
                </a:solidFill>
                <a:effectLst/>
                <a:uFillTx/>
                <a:latin typeface="Calibri"/>
              </a:rPr>
              <a:t>Third level</a:t>
            </a:r>
            <a:endParaRPr b="0" lang="en-US" sz="1400" strike="noStrike" u="none">
              <a:solidFill>
                <a:srgbClr val="000000"/>
              </a:solidFill>
              <a:effectLst/>
              <a:uFillTx/>
              <a:latin typeface="Arial"/>
            </a:endParaRPr>
          </a:p>
          <a:p>
            <a:pPr lvl="3" marL="1600200" indent="-228600" defTabSz="914400">
              <a:lnSpc>
                <a:spcPct val="90000"/>
              </a:lnSpc>
              <a:spcBef>
                <a:spcPts val="499"/>
              </a:spcBef>
              <a:buClr>
                <a:srgbClr val="ffffff"/>
              </a:buClr>
              <a:buFont typeface="Arial"/>
              <a:buChar char="•"/>
            </a:pPr>
            <a:r>
              <a:rPr b="0" lang="en-US" sz="1200" strike="noStrike" u="none">
                <a:solidFill>
                  <a:schemeClr val="lt1"/>
                </a:solidFill>
                <a:effectLst/>
                <a:uFillTx/>
                <a:latin typeface="Calibri"/>
              </a:rPr>
              <a:t>Fourth level</a:t>
            </a:r>
            <a:endParaRPr b="0" lang="en-US" sz="1200" strike="noStrike" u="none">
              <a:solidFill>
                <a:srgbClr val="000000"/>
              </a:solidFill>
              <a:effectLst/>
              <a:uFillTx/>
              <a:latin typeface="Arial"/>
            </a:endParaRPr>
          </a:p>
          <a:p>
            <a:pPr lvl="4" marL="2057400" indent="-228600" defTabSz="914400">
              <a:lnSpc>
                <a:spcPct val="90000"/>
              </a:lnSpc>
              <a:spcBef>
                <a:spcPts val="499"/>
              </a:spcBef>
              <a:buClr>
                <a:srgbClr val="ffffff"/>
              </a:buClr>
              <a:buFont typeface="Arial"/>
              <a:buChar char="•"/>
            </a:pPr>
            <a:r>
              <a:rPr b="0" lang="en-US" sz="1200" strike="noStrike" u="none">
                <a:solidFill>
                  <a:schemeClr val="lt1"/>
                </a:solidFill>
                <a:effectLst/>
                <a:uFillTx/>
                <a:latin typeface="Calibri"/>
              </a:rPr>
              <a:t>Fifth level</a:t>
            </a:r>
            <a:endParaRPr b="0" lang="en-US" sz="1200" strike="noStrike" u="none">
              <a:solidFill>
                <a:srgbClr val="000000"/>
              </a:solidFill>
              <a:effectLst/>
              <a:uFillTx/>
              <a:latin typeface="Arial"/>
            </a:endParaRPr>
          </a:p>
        </p:txBody>
      </p:sp>
      <p:sp>
        <p:nvSpPr>
          <p:cNvPr id="5" name="PlaceHolder 3"/>
          <p:cNvSpPr>
            <a:spLocks noGrp="1"/>
          </p:cNvSpPr>
          <p:nvPr>
            <p:ph type="body"/>
          </p:nvPr>
        </p:nvSpPr>
        <p:spPr>
          <a:xfrm>
            <a:off x="5486400" y="822960"/>
            <a:ext cx="5860440" cy="484560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ffffff"/>
              </a:buClr>
              <a:buFont typeface="Arial"/>
              <a:buChar char="•"/>
            </a:pPr>
            <a:r>
              <a:rPr b="0" lang="en-US" sz="1600" strike="noStrike" u="none">
                <a:solidFill>
                  <a:schemeClr val="lt1"/>
                </a:solidFill>
                <a:effectLst/>
                <a:uFillTx/>
                <a:latin typeface="Calibri"/>
              </a:rPr>
              <a:t>Click to edit Master text styles</a:t>
            </a:r>
            <a:endParaRPr b="0" lang="en-US" sz="1600" strike="noStrike" u="none">
              <a:solidFill>
                <a:srgbClr val="000000"/>
              </a:solidFill>
              <a:effectLst/>
              <a:uFillTx/>
              <a:latin typeface="Arial"/>
            </a:endParaRPr>
          </a:p>
          <a:p>
            <a:pPr lvl="1" marL="685800" indent="-228600" defTabSz="914400">
              <a:lnSpc>
                <a:spcPct val="90000"/>
              </a:lnSpc>
              <a:spcBef>
                <a:spcPts val="499"/>
              </a:spcBef>
              <a:buClr>
                <a:srgbClr val="ffffff"/>
              </a:buClr>
              <a:buFont typeface="Arial"/>
              <a:buChar char="•"/>
            </a:pPr>
            <a:r>
              <a:rPr b="0" lang="en-US" sz="1400" strike="noStrike" u="none">
                <a:solidFill>
                  <a:schemeClr val="lt1"/>
                </a:solidFill>
                <a:effectLst/>
                <a:uFillTx/>
                <a:latin typeface="Calibri"/>
              </a:rPr>
              <a:t>Second level</a:t>
            </a:r>
            <a:endParaRPr b="0" lang="en-US" sz="1400" strike="noStrike" u="none">
              <a:solidFill>
                <a:srgbClr val="000000"/>
              </a:solidFill>
              <a:effectLst/>
              <a:uFillTx/>
              <a:latin typeface="Arial"/>
            </a:endParaRPr>
          </a:p>
          <a:p>
            <a:pPr lvl="2" marL="1143000" indent="-228600" defTabSz="914400">
              <a:lnSpc>
                <a:spcPct val="90000"/>
              </a:lnSpc>
              <a:spcBef>
                <a:spcPts val="499"/>
              </a:spcBef>
              <a:buClr>
                <a:srgbClr val="ffffff"/>
              </a:buClr>
              <a:buFont typeface="Arial"/>
              <a:buChar char="•"/>
            </a:pPr>
            <a:r>
              <a:rPr b="0" lang="en-US" sz="1200" strike="noStrike" u="none">
                <a:solidFill>
                  <a:schemeClr val="lt1"/>
                </a:solidFill>
                <a:effectLst/>
                <a:uFillTx/>
                <a:latin typeface="Calibri"/>
              </a:rPr>
              <a:t>Third level</a:t>
            </a:r>
            <a:endParaRPr b="0" lang="en-US" sz="1200" strike="noStrike" u="none">
              <a:solidFill>
                <a:srgbClr val="000000"/>
              </a:solidFill>
              <a:effectLst/>
              <a:uFillTx/>
              <a:latin typeface="Arial"/>
            </a:endParaRPr>
          </a:p>
          <a:p>
            <a:pPr lvl="3" marL="1600200" indent="-228600" defTabSz="914400">
              <a:lnSpc>
                <a:spcPct val="90000"/>
              </a:lnSpc>
              <a:spcBef>
                <a:spcPts val="499"/>
              </a:spcBef>
              <a:buClr>
                <a:srgbClr val="ffffff"/>
              </a:buClr>
              <a:buFont typeface="Arial"/>
              <a:buChar char="•"/>
            </a:pPr>
            <a:r>
              <a:rPr b="0" lang="en-US" sz="1100" strike="noStrike" u="none">
                <a:solidFill>
                  <a:schemeClr val="lt1"/>
                </a:solidFill>
                <a:effectLst/>
                <a:uFillTx/>
                <a:latin typeface="Calibri"/>
              </a:rPr>
              <a:t>Fourth level</a:t>
            </a:r>
            <a:endParaRPr b="0" lang="en-US" sz="1100" strike="noStrike" u="none">
              <a:solidFill>
                <a:srgbClr val="000000"/>
              </a:solidFill>
              <a:effectLst/>
              <a:uFillTx/>
              <a:latin typeface="Arial"/>
            </a:endParaRPr>
          </a:p>
          <a:p>
            <a:pPr lvl="4" marL="2057400" indent="-228600" defTabSz="914400">
              <a:lnSpc>
                <a:spcPct val="90000"/>
              </a:lnSpc>
              <a:spcBef>
                <a:spcPts val="499"/>
              </a:spcBef>
              <a:buClr>
                <a:srgbClr val="ffffff"/>
              </a:buClr>
              <a:buFont typeface="Arial"/>
              <a:buChar char="•"/>
            </a:pPr>
            <a:r>
              <a:rPr b="0" lang="en-US" sz="1100" strike="noStrike" u="none">
                <a:solidFill>
                  <a:schemeClr val="lt1"/>
                </a:solidFill>
                <a:effectLst/>
                <a:uFillTx/>
                <a:latin typeface="Calibri"/>
              </a:rPr>
              <a:t>Fifth level</a:t>
            </a:r>
            <a:endParaRPr b="0" lang="en-US" sz="1100" strike="noStrike" u="none">
              <a:solidFill>
                <a:srgbClr val="000000"/>
              </a:solidFill>
              <a:effectLst/>
              <a:uFillTx/>
              <a:latin typeface="Arial"/>
            </a:endParaRPr>
          </a:p>
        </p:txBody>
      </p:sp>
      <p:sp>
        <p:nvSpPr>
          <p:cNvPr id="6" name="PlaceHolder 4"/>
          <p:cNvSpPr>
            <a:spLocks noGrp="1"/>
          </p:cNvSpPr>
          <p:nvPr>
            <p:ph type="body"/>
          </p:nvPr>
        </p:nvSpPr>
        <p:spPr>
          <a:xfrm>
            <a:off x="0" y="6007680"/>
            <a:ext cx="12191400" cy="849600"/>
          </a:xfrm>
          <a:prstGeom prst="rect">
            <a:avLst/>
          </a:prstGeom>
          <a:solidFill>
            <a:schemeClr val="accent1">
              <a:lumMod val="75000"/>
            </a:schemeClr>
          </a:solidFill>
          <a:ln w="0">
            <a:noFill/>
          </a:ln>
        </p:spPr>
        <p:txBody>
          <a:bodyPr lIns="90000" rIns="90000" tIns="45000" bIns="45000" anchor="t">
            <a:noAutofit/>
          </a:bodyPr>
          <a:p>
            <a:pPr indent="0" defTabSz="457200">
              <a:lnSpc>
                <a:spcPct val="100000"/>
              </a:lnSpc>
              <a:buNone/>
              <a:tabLst>
                <a:tab algn="l" pos="0"/>
              </a:tabLst>
            </a:pPr>
            <a:r>
              <a:rPr b="0" lang="en-US" sz="1800" strike="noStrike" u="none">
                <a:solidFill>
                  <a:schemeClr val="dk1"/>
                </a:solidFill>
                <a:effectLst/>
                <a:uFillTx/>
                <a:latin typeface="Calibri"/>
              </a:rPr>
              <a:t>Click icon to add picture</a:t>
            </a:r>
            <a:endParaRPr b="0" lang="en-US" sz="1800" strike="noStrike" u="none">
              <a:solidFill>
                <a:srgbClr val="ffffff"/>
              </a:solidFill>
              <a:effectLst/>
              <a:uFillTx/>
              <a:latin typeface="Arial"/>
            </a:endParaRPr>
          </a:p>
        </p:txBody>
      </p:sp>
      <p:sp>
        <p:nvSpPr>
          <p:cNvPr id="7" name="PlaceHolder 5"/>
          <p:cNvSpPr>
            <a:spLocks noGrp="1"/>
          </p:cNvSpPr>
          <p:nvPr>
            <p:ph type="ftr" idx="1"/>
          </p:nvPr>
        </p:nvSpPr>
        <p:spPr>
          <a:xfrm>
            <a:off x="173880" y="627660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8" name="PlaceHolder 6"/>
          <p:cNvSpPr>
            <a:spLocks noGrp="1"/>
          </p:cNvSpPr>
          <p:nvPr>
            <p:ph type="sldNum" idx="2"/>
          </p:nvPr>
        </p:nvSpPr>
        <p:spPr>
          <a:xfrm>
            <a:off x="8610480" y="6356520"/>
            <a:ext cx="274248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lt1">
                    <a:tint val="75000"/>
                    <a:alpha val="78000"/>
                  </a:schemeClr>
                </a:solidFill>
                <a:effectLst/>
                <a:uFillTx/>
                <a:latin typeface="Calibri"/>
              </a:defRPr>
            </a:lvl1pPr>
          </a:lstStyle>
          <a:p>
            <a:pPr indent="0" algn="r" defTabSz="457200">
              <a:lnSpc>
                <a:spcPct val="100000"/>
              </a:lnSpc>
              <a:buNone/>
              <a:tabLst>
                <a:tab algn="l" pos="0"/>
              </a:tabLst>
            </a:pPr>
            <a:fld id="{33877E40-7D89-4318-A055-CA7508E1530A}" type="slidenum">
              <a:rPr b="0" lang="en-US" sz="1200" strike="noStrike" u="none">
                <a:solidFill>
                  <a:schemeClr val="lt1">
                    <a:tint val="75000"/>
                    <a:alpha val="78000"/>
                  </a:schemeClr>
                </a:solidFill>
                <a:effectLst/>
                <a:uFillTx/>
                <a:latin typeface="Calibri"/>
              </a:rPr>
              <a:t>&lt;number&gt;</a:t>
            </a:fld>
            <a:endParaRPr b="0" lang="en-US" sz="1200" strike="noStrike" u="non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Comparison">
    <p:bg>
      <p:bgPr>
        <a:solidFill>
          <a:srgbClr val="ffffff"/>
        </a:solidFill>
      </p:bgPr>
    </p:bg>
    <p:spTree>
      <p:nvGrpSpPr>
        <p:cNvPr id="1" name=""/>
        <p:cNvGrpSpPr/>
        <p:nvPr/>
      </p:nvGrpSpPr>
      <p:grpSpPr>
        <a:xfrm>
          <a:off x="0" y="0"/>
          <a:ext cx="0" cy="0"/>
          <a:chOff x="0" y="0"/>
          <a:chExt cx="0" cy="0"/>
        </a:xfrm>
      </p:grpSpPr>
      <p:sp>
        <p:nvSpPr>
          <p:cNvPr id="9" name="PlaceHolder 1"/>
          <p:cNvSpPr>
            <a:spLocks noGrp="1"/>
          </p:cNvSpPr>
          <p:nvPr>
            <p:ph type="title"/>
          </p:nvPr>
        </p:nvSpPr>
        <p:spPr>
          <a:xfrm>
            <a:off x="822960" y="1097280"/>
            <a:ext cx="10514880" cy="1645200"/>
          </a:xfrm>
          <a:prstGeom prst="rect">
            <a:avLst/>
          </a:prstGeom>
          <a:noFill/>
          <a:ln w="0">
            <a:noFill/>
          </a:ln>
        </p:spPr>
        <p:txBody>
          <a:bodyPr lIns="91440" rIns="91440" tIns="45720" bIns="45720" anchor="b">
            <a:normAutofit/>
          </a:bodyPr>
          <a:p>
            <a:pPr indent="0" defTabSz="914400">
              <a:lnSpc>
                <a:spcPct val="90000"/>
              </a:lnSpc>
              <a:buNone/>
              <a:tabLst>
                <a:tab algn="l" pos="0"/>
              </a:tabLst>
            </a:pPr>
            <a:r>
              <a:rPr b="1" lang="en-US" sz="3200" strike="noStrike" u="none">
                <a:solidFill>
                  <a:schemeClr val="lt1"/>
                </a:solidFill>
                <a:effectLst/>
                <a:uFillTx/>
                <a:latin typeface="Calibri Light"/>
              </a:rPr>
              <a:t>click to edit master title style</a:t>
            </a:r>
            <a:endParaRPr b="0" lang="en-US" sz="3200" strike="noStrike" u="none">
              <a:solidFill>
                <a:srgbClr val="000000"/>
              </a:solidFill>
              <a:effectLst/>
              <a:uFillTx/>
              <a:latin typeface="Arial"/>
            </a:endParaRPr>
          </a:p>
        </p:txBody>
      </p:sp>
      <p:sp>
        <p:nvSpPr>
          <p:cNvPr id="10" name="PlaceHolder 2"/>
          <p:cNvSpPr>
            <a:spLocks noGrp="1"/>
          </p:cNvSpPr>
          <p:nvPr>
            <p:ph type="body"/>
          </p:nvPr>
        </p:nvSpPr>
        <p:spPr>
          <a:xfrm>
            <a:off x="0" y="-23040"/>
            <a:ext cx="12191400" cy="666720"/>
          </a:xfrm>
          <a:prstGeom prst="rect">
            <a:avLst/>
          </a:prstGeom>
          <a:solidFill>
            <a:schemeClr val="accent1">
              <a:lumMod val="75000"/>
            </a:schemeClr>
          </a:solidFill>
          <a:ln w="0">
            <a:noFill/>
          </a:ln>
        </p:spPr>
        <p:txBody>
          <a:bodyPr lIns="90000" rIns="90000" tIns="45000" bIns="45000" anchor="t">
            <a:noAutofit/>
          </a:bodyPr>
          <a:p>
            <a:pPr indent="0" defTabSz="457200">
              <a:lnSpc>
                <a:spcPct val="100000"/>
              </a:lnSpc>
              <a:buNone/>
              <a:tabLst>
                <a:tab algn="l" pos="0"/>
              </a:tabLst>
            </a:pPr>
            <a:r>
              <a:rPr b="0" lang="en-US" sz="2000" strike="noStrike" u="none">
                <a:solidFill>
                  <a:schemeClr val="lt1"/>
                </a:solidFill>
                <a:effectLst/>
                <a:uFillTx/>
                <a:latin typeface="Calibri"/>
              </a:rPr>
              <a:t>Click icon to add picture</a:t>
            </a:r>
            <a:endParaRPr b="0" lang="en-US" sz="2000" strike="noStrike" u="none">
              <a:solidFill>
                <a:srgbClr val="ffffff"/>
              </a:solidFill>
              <a:effectLst/>
              <a:uFillTx/>
              <a:latin typeface="Arial"/>
            </a:endParaRPr>
          </a:p>
        </p:txBody>
      </p:sp>
      <p:sp>
        <p:nvSpPr>
          <p:cNvPr id="11" name="PlaceHolder 3"/>
          <p:cNvSpPr>
            <a:spLocks noGrp="1"/>
          </p:cNvSpPr>
          <p:nvPr>
            <p:ph type="body"/>
          </p:nvPr>
        </p:nvSpPr>
        <p:spPr>
          <a:xfrm>
            <a:off x="822960" y="3529440"/>
            <a:ext cx="4937040" cy="210240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en-US" sz="1800" strike="noStrike" u="none">
                <a:solidFill>
                  <a:schemeClr val="lt1"/>
                </a:solidFill>
                <a:effectLst/>
                <a:uFillTx/>
                <a:latin typeface="Calibri"/>
              </a:rPr>
              <a:t>Click to edit Master text styles</a:t>
            </a:r>
            <a:endParaRPr b="0" lang="en-US" sz="1800" strike="noStrike" u="none">
              <a:solidFill>
                <a:srgbClr val="000000"/>
              </a:solidFill>
              <a:effectLst/>
              <a:uFillTx/>
              <a:latin typeface="Arial"/>
            </a:endParaRPr>
          </a:p>
          <a:p>
            <a:pPr lvl="1" marL="685800" indent="-228600" defTabSz="914400">
              <a:lnSpc>
                <a:spcPct val="90000"/>
              </a:lnSpc>
              <a:spcBef>
                <a:spcPts val="499"/>
              </a:spcBef>
              <a:buClr>
                <a:srgbClr val="ffffff"/>
              </a:buClr>
              <a:buFont typeface="Arial"/>
              <a:buChar char="•"/>
              <a:tabLst>
                <a:tab algn="l" pos="0"/>
              </a:tabLst>
            </a:pPr>
            <a:r>
              <a:rPr b="0" lang="en-US" sz="1600" strike="noStrike" u="none">
                <a:solidFill>
                  <a:schemeClr val="lt1"/>
                </a:solidFill>
                <a:effectLst/>
                <a:uFillTx/>
                <a:latin typeface="Calibri"/>
              </a:rPr>
              <a:t>Second level</a:t>
            </a:r>
            <a:endParaRPr b="0" lang="en-US" sz="1600" strike="noStrike" u="none">
              <a:solidFill>
                <a:srgbClr val="000000"/>
              </a:solidFill>
              <a:effectLst/>
              <a:uFillTx/>
              <a:latin typeface="Arial"/>
            </a:endParaRPr>
          </a:p>
          <a:p>
            <a:pPr lvl="2" marL="1143000" indent="-228600" defTabSz="914400">
              <a:lnSpc>
                <a:spcPct val="90000"/>
              </a:lnSpc>
              <a:spcBef>
                <a:spcPts val="499"/>
              </a:spcBef>
              <a:buClr>
                <a:srgbClr val="ffffff"/>
              </a:buClr>
              <a:buFont typeface="Arial"/>
              <a:buChar char="•"/>
              <a:tabLst>
                <a:tab algn="l" pos="0"/>
              </a:tabLst>
            </a:pPr>
            <a:r>
              <a:rPr b="0" lang="en-US" sz="1400" strike="noStrike" u="none">
                <a:solidFill>
                  <a:schemeClr val="lt1"/>
                </a:solidFill>
                <a:effectLst/>
                <a:uFillTx/>
                <a:latin typeface="Calibri"/>
              </a:rPr>
              <a:t>Third level</a:t>
            </a:r>
            <a:endParaRPr b="0" lang="en-US" sz="1400" strike="noStrike" u="none">
              <a:solidFill>
                <a:srgbClr val="000000"/>
              </a:solidFill>
              <a:effectLst/>
              <a:uFillTx/>
              <a:latin typeface="Arial"/>
            </a:endParaRPr>
          </a:p>
          <a:p>
            <a:pPr lvl="3" marL="1600200" indent="-228600" defTabSz="914400">
              <a:lnSpc>
                <a:spcPct val="90000"/>
              </a:lnSpc>
              <a:spcBef>
                <a:spcPts val="499"/>
              </a:spcBef>
              <a:buClr>
                <a:srgbClr val="ffffff"/>
              </a:buClr>
              <a:buFont typeface="Arial"/>
              <a:buChar char="•"/>
              <a:tabLst>
                <a:tab algn="l" pos="0"/>
              </a:tabLst>
            </a:pPr>
            <a:r>
              <a:rPr b="0" lang="en-US" sz="1200" strike="noStrike" u="none">
                <a:solidFill>
                  <a:schemeClr val="lt1"/>
                </a:solidFill>
                <a:effectLst/>
                <a:uFillTx/>
                <a:latin typeface="Calibri"/>
              </a:rPr>
              <a:t>Fourth level</a:t>
            </a:r>
            <a:endParaRPr b="0" lang="en-US" sz="1200" strike="noStrike" u="none">
              <a:solidFill>
                <a:srgbClr val="000000"/>
              </a:solidFill>
              <a:effectLst/>
              <a:uFillTx/>
              <a:latin typeface="Arial"/>
            </a:endParaRPr>
          </a:p>
          <a:p>
            <a:pPr lvl="4" marL="2057400" indent="-228600" defTabSz="914400">
              <a:lnSpc>
                <a:spcPct val="90000"/>
              </a:lnSpc>
              <a:spcBef>
                <a:spcPts val="499"/>
              </a:spcBef>
              <a:buClr>
                <a:srgbClr val="ffffff"/>
              </a:buClr>
              <a:buFont typeface="Arial"/>
              <a:buChar char="•"/>
              <a:tabLst>
                <a:tab algn="l" pos="0"/>
              </a:tabLst>
            </a:pPr>
            <a:r>
              <a:rPr b="0" lang="en-US" sz="1200" strike="noStrike" u="none">
                <a:solidFill>
                  <a:schemeClr val="lt1"/>
                </a:solidFill>
                <a:effectLst/>
                <a:uFillTx/>
                <a:latin typeface="Calibri"/>
              </a:rPr>
              <a:t>Fifth level</a:t>
            </a:r>
            <a:endParaRPr b="0" lang="en-US" sz="1200" strike="noStrike" u="none">
              <a:solidFill>
                <a:srgbClr val="000000"/>
              </a:solidFill>
              <a:effectLst/>
              <a:uFillTx/>
              <a:latin typeface="Arial"/>
            </a:endParaRPr>
          </a:p>
        </p:txBody>
      </p:sp>
      <p:sp>
        <p:nvSpPr>
          <p:cNvPr id="12" name="PlaceHolder 4"/>
          <p:cNvSpPr>
            <a:spLocks noGrp="1"/>
          </p:cNvSpPr>
          <p:nvPr>
            <p:ph type="body"/>
          </p:nvPr>
        </p:nvSpPr>
        <p:spPr>
          <a:xfrm>
            <a:off x="6400800" y="3529440"/>
            <a:ext cx="4937040" cy="210240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en-US" sz="1800" strike="noStrike" u="none">
                <a:solidFill>
                  <a:schemeClr val="lt1"/>
                </a:solidFill>
                <a:effectLst/>
                <a:uFillTx/>
                <a:latin typeface="Calibri"/>
              </a:rPr>
              <a:t>Click to edit Master text styles</a:t>
            </a:r>
            <a:endParaRPr b="0" lang="en-US" sz="1800" strike="noStrike" u="none">
              <a:solidFill>
                <a:srgbClr val="000000"/>
              </a:solidFill>
              <a:effectLst/>
              <a:uFillTx/>
              <a:latin typeface="Arial"/>
            </a:endParaRPr>
          </a:p>
          <a:p>
            <a:pPr lvl="1" marL="685800" indent="-228600" defTabSz="914400">
              <a:lnSpc>
                <a:spcPct val="90000"/>
              </a:lnSpc>
              <a:spcBef>
                <a:spcPts val="499"/>
              </a:spcBef>
              <a:buClr>
                <a:srgbClr val="ffffff"/>
              </a:buClr>
              <a:buFont typeface="Arial"/>
              <a:buChar char="•"/>
              <a:tabLst>
                <a:tab algn="l" pos="0"/>
              </a:tabLst>
            </a:pPr>
            <a:r>
              <a:rPr b="0" lang="en-US" sz="1600" strike="noStrike" u="none">
                <a:solidFill>
                  <a:schemeClr val="lt1"/>
                </a:solidFill>
                <a:effectLst/>
                <a:uFillTx/>
                <a:latin typeface="Calibri"/>
              </a:rPr>
              <a:t>Second level</a:t>
            </a:r>
            <a:endParaRPr b="0" lang="en-US" sz="1600" strike="noStrike" u="none">
              <a:solidFill>
                <a:srgbClr val="000000"/>
              </a:solidFill>
              <a:effectLst/>
              <a:uFillTx/>
              <a:latin typeface="Arial"/>
            </a:endParaRPr>
          </a:p>
          <a:p>
            <a:pPr lvl="2" marL="1143000" indent="-228600" defTabSz="914400">
              <a:lnSpc>
                <a:spcPct val="90000"/>
              </a:lnSpc>
              <a:spcBef>
                <a:spcPts val="499"/>
              </a:spcBef>
              <a:buClr>
                <a:srgbClr val="ffffff"/>
              </a:buClr>
              <a:buFont typeface="Arial"/>
              <a:buChar char="•"/>
              <a:tabLst>
                <a:tab algn="l" pos="0"/>
              </a:tabLst>
            </a:pPr>
            <a:r>
              <a:rPr b="0" lang="en-US" sz="1400" strike="noStrike" u="none">
                <a:solidFill>
                  <a:schemeClr val="lt1"/>
                </a:solidFill>
                <a:effectLst/>
                <a:uFillTx/>
                <a:latin typeface="Calibri"/>
              </a:rPr>
              <a:t>Third level</a:t>
            </a:r>
            <a:endParaRPr b="0" lang="en-US" sz="1400" strike="noStrike" u="none">
              <a:solidFill>
                <a:srgbClr val="000000"/>
              </a:solidFill>
              <a:effectLst/>
              <a:uFillTx/>
              <a:latin typeface="Arial"/>
            </a:endParaRPr>
          </a:p>
          <a:p>
            <a:pPr lvl="3" marL="1600200" indent="-228600" defTabSz="914400">
              <a:lnSpc>
                <a:spcPct val="90000"/>
              </a:lnSpc>
              <a:spcBef>
                <a:spcPts val="499"/>
              </a:spcBef>
              <a:buClr>
                <a:srgbClr val="ffffff"/>
              </a:buClr>
              <a:buFont typeface="Arial"/>
              <a:buChar char="•"/>
              <a:tabLst>
                <a:tab algn="l" pos="0"/>
              </a:tabLst>
            </a:pPr>
            <a:r>
              <a:rPr b="0" lang="en-US" sz="1200" strike="noStrike" u="none">
                <a:solidFill>
                  <a:schemeClr val="lt1"/>
                </a:solidFill>
                <a:effectLst/>
                <a:uFillTx/>
                <a:latin typeface="Calibri"/>
              </a:rPr>
              <a:t>Fourth level</a:t>
            </a:r>
            <a:endParaRPr b="0" lang="en-US" sz="1200" strike="noStrike" u="none">
              <a:solidFill>
                <a:srgbClr val="000000"/>
              </a:solidFill>
              <a:effectLst/>
              <a:uFillTx/>
              <a:latin typeface="Arial"/>
            </a:endParaRPr>
          </a:p>
          <a:p>
            <a:pPr lvl="4" marL="2057400" indent="-228600" defTabSz="914400">
              <a:lnSpc>
                <a:spcPct val="90000"/>
              </a:lnSpc>
              <a:spcBef>
                <a:spcPts val="499"/>
              </a:spcBef>
              <a:buClr>
                <a:srgbClr val="ffffff"/>
              </a:buClr>
              <a:buFont typeface="Arial"/>
              <a:buChar char="•"/>
              <a:tabLst>
                <a:tab algn="l" pos="0"/>
              </a:tabLst>
            </a:pPr>
            <a:r>
              <a:rPr b="0" lang="en-US" sz="1200" strike="noStrike" u="none">
                <a:solidFill>
                  <a:schemeClr val="lt1"/>
                </a:solidFill>
                <a:effectLst/>
                <a:uFillTx/>
                <a:latin typeface="Calibri"/>
              </a:rPr>
              <a:t>Fifth level</a:t>
            </a:r>
            <a:endParaRPr b="0" lang="en-US" sz="1200" strike="noStrike" u="none">
              <a:solidFill>
                <a:srgbClr val="000000"/>
              </a:solidFill>
              <a:effectLst/>
              <a:uFillTx/>
              <a:latin typeface="Arial"/>
            </a:endParaRPr>
          </a:p>
        </p:txBody>
      </p:sp>
      <p:sp>
        <p:nvSpPr>
          <p:cNvPr id="13" name="PlaceHolder 5"/>
          <p:cNvSpPr>
            <a:spLocks noGrp="1"/>
          </p:cNvSpPr>
          <p:nvPr>
            <p:ph type="ftr" idx="3"/>
          </p:nvPr>
        </p:nvSpPr>
        <p:spPr>
          <a:xfrm>
            <a:off x="173880" y="625464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14" name="PlaceHolder 6"/>
          <p:cNvSpPr>
            <a:spLocks noGrp="1"/>
          </p:cNvSpPr>
          <p:nvPr>
            <p:ph type="sldNum" idx="4"/>
          </p:nvPr>
        </p:nvSpPr>
        <p:spPr>
          <a:xfrm>
            <a:off x="8610480" y="6356520"/>
            <a:ext cx="274248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lt1">
                    <a:tint val="75000"/>
                  </a:schemeClr>
                </a:solidFill>
                <a:effectLst/>
                <a:uFillTx/>
                <a:latin typeface="Calibri"/>
              </a:defRPr>
            </a:lvl1pPr>
          </a:lstStyle>
          <a:p>
            <a:pPr indent="0" algn="r" defTabSz="457200">
              <a:lnSpc>
                <a:spcPct val="100000"/>
              </a:lnSpc>
              <a:buNone/>
              <a:tabLst>
                <a:tab algn="l" pos="0"/>
              </a:tabLst>
            </a:pPr>
            <a:fld id="{3DE17ABE-55F6-4D1F-BD7C-0230F146A970}" type="slidenum">
              <a:rPr b="0" lang="en-US" sz="1200" strike="noStrike" u="none">
                <a:solidFill>
                  <a:schemeClr val="lt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15"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trike="noStrike" u="none">
                <a:solidFill>
                  <a:schemeClr val="dk1"/>
                </a:solidFill>
                <a:effectLst/>
                <a:uFillTx/>
                <a:latin typeface="Calibri Light"/>
              </a:rPr>
              <a:t>Click to edit Master title style</a:t>
            </a:r>
            <a:endParaRPr b="0" lang="en-US" sz="4400" strike="noStrike" u="none">
              <a:solidFill>
                <a:srgbClr val="000000"/>
              </a:solidFill>
              <a:effectLst/>
              <a:uFillTx/>
              <a:latin typeface="Arial"/>
            </a:endParaRPr>
          </a:p>
        </p:txBody>
      </p:sp>
      <p:sp>
        <p:nvSpPr>
          <p:cNvPr id="16" name="PlaceHolder 2"/>
          <p:cNvSpPr>
            <a:spLocks noGrp="1"/>
          </p:cNvSpPr>
          <p:nvPr>
            <p:ph type="body"/>
          </p:nvPr>
        </p:nvSpPr>
        <p:spPr>
          <a:xfrm>
            <a:off x="838080" y="1825560"/>
            <a:ext cx="10514880" cy="435060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trike="noStrike" u="none">
                <a:solidFill>
                  <a:schemeClr val="dk1"/>
                </a:solidFill>
                <a:effectLst/>
                <a:uFillTx/>
                <a:latin typeface="Calibri"/>
              </a:rPr>
              <a:t>Click to edit Master text styles</a:t>
            </a:r>
            <a:endParaRPr b="0" lang="en-US" sz="2800" strike="noStrike" u="none">
              <a:solidFill>
                <a:srgbClr val="000000"/>
              </a:solidFill>
              <a:effectLst/>
              <a:uFillTx/>
              <a:latin typeface="Arial"/>
            </a:endParaRPr>
          </a:p>
          <a:p>
            <a:pPr lvl="1" marL="685800" indent="-228600" defTabSz="914400">
              <a:lnSpc>
                <a:spcPct val="90000"/>
              </a:lnSpc>
              <a:spcBef>
                <a:spcPts val="499"/>
              </a:spcBef>
              <a:buClr>
                <a:srgbClr val="000000"/>
              </a:buClr>
              <a:buFont typeface="Arial"/>
              <a:buChar char="•"/>
            </a:pPr>
            <a:r>
              <a:rPr b="0" lang="en-US" sz="2400" strike="noStrike" u="none">
                <a:solidFill>
                  <a:schemeClr val="dk1"/>
                </a:solidFill>
                <a:effectLst/>
                <a:uFillTx/>
                <a:latin typeface="Calibri"/>
              </a:rPr>
              <a:t>Second level</a:t>
            </a:r>
            <a:endParaRPr b="0" lang="en-US" sz="2400" strike="noStrike" u="none">
              <a:solidFill>
                <a:srgbClr val="000000"/>
              </a:solidFill>
              <a:effectLst/>
              <a:uFillTx/>
              <a:latin typeface="Arial"/>
            </a:endParaRPr>
          </a:p>
          <a:p>
            <a:pPr lvl="2" marL="1143000" indent="-228600" defTabSz="914400">
              <a:lnSpc>
                <a:spcPct val="90000"/>
              </a:lnSpc>
              <a:spcBef>
                <a:spcPts val="499"/>
              </a:spcBef>
              <a:buClr>
                <a:srgbClr val="000000"/>
              </a:buClr>
              <a:buFont typeface="Arial"/>
              <a:buChar char="•"/>
            </a:pPr>
            <a:r>
              <a:rPr b="0" lang="en-US" sz="2000" strike="noStrike" u="none">
                <a:solidFill>
                  <a:schemeClr val="dk1"/>
                </a:solidFill>
                <a:effectLst/>
                <a:uFillTx/>
                <a:latin typeface="Calibri"/>
              </a:rPr>
              <a:t>Third level</a:t>
            </a:r>
            <a:endParaRPr b="0" lang="en-US" sz="2000" strike="noStrike" u="none">
              <a:solidFill>
                <a:srgbClr val="000000"/>
              </a:solidFill>
              <a:effectLst/>
              <a:uFillTx/>
              <a:latin typeface="Arial"/>
            </a:endParaRPr>
          </a:p>
          <a:p>
            <a:pPr lvl="3" marL="1600200" indent="-228600" defTabSz="914400">
              <a:lnSpc>
                <a:spcPct val="90000"/>
              </a:lnSpc>
              <a:spcBef>
                <a:spcPts val="499"/>
              </a:spcBef>
              <a:buClr>
                <a:srgbClr val="000000"/>
              </a:buClr>
              <a:buFont typeface="Arial"/>
              <a:buChar char="•"/>
            </a:pPr>
            <a:r>
              <a:rPr b="0" lang="en-US" sz="1800" strike="noStrike" u="none">
                <a:solidFill>
                  <a:schemeClr val="dk1"/>
                </a:solidFill>
                <a:effectLst/>
                <a:uFillTx/>
                <a:latin typeface="Calibri"/>
              </a:rPr>
              <a:t>Fourth level</a:t>
            </a:r>
            <a:endParaRPr b="0" lang="en-US" sz="1800" strike="noStrike" u="none">
              <a:solidFill>
                <a:srgbClr val="000000"/>
              </a:solidFill>
              <a:effectLst/>
              <a:uFillTx/>
              <a:latin typeface="Arial"/>
            </a:endParaRPr>
          </a:p>
          <a:p>
            <a:pPr lvl="4" marL="2057400" indent="-228600" defTabSz="914400">
              <a:lnSpc>
                <a:spcPct val="90000"/>
              </a:lnSpc>
              <a:spcBef>
                <a:spcPts val="499"/>
              </a:spcBef>
              <a:buClr>
                <a:srgbClr val="000000"/>
              </a:buClr>
              <a:buFont typeface="Arial"/>
              <a:buChar char="•"/>
            </a:pPr>
            <a:r>
              <a:rPr b="0" lang="en-US" sz="1800" strike="noStrike" u="none">
                <a:solidFill>
                  <a:schemeClr val="dk1"/>
                </a:solidFill>
                <a:effectLst/>
                <a:uFillTx/>
                <a:latin typeface="Calibri"/>
              </a:rPr>
              <a:t>Fifth level</a:t>
            </a:r>
            <a:endParaRPr b="0" lang="en-US" sz="1800" strike="noStrike" u="none">
              <a:solidFill>
                <a:srgbClr val="000000"/>
              </a:solidFill>
              <a:effectLst/>
              <a:uFillTx/>
              <a:latin typeface="Arial"/>
            </a:endParaRPr>
          </a:p>
        </p:txBody>
      </p:sp>
      <p:sp>
        <p:nvSpPr>
          <p:cNvPr id="17" name="PlaceHolder 3"/>
          <p:cNvSpPr>
            <a:spLocks noGrp="1"/>
          </p:cNvSpPr>
          <p:nvPr>
            <p:ph type="dt" idx="5"/>
          </p:nvPr>
        </p:nvSpPr>
        <p:spPr>
          <a:xfrm>
            <a:off x="838080" y="6356520"/>
            <a:ext cx="2742480" cy="36432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200" strike="noStrike" u="none">
                <a:solidFill>
                  <a:schemeClr val="dk1">
                    <a:tint val="75000"/>
                  </a:schemeClr>
                </a:solidFill>
                <a:effectLst/>
                <a:uFillTx/>
                <a:latin typeface="Calibri"/>
              </a:defRPr>
            </a:lvl1pPr>
          </a:lstStyle>
          <a:p>
            <a:pPr indent="0" defTabSz="457200">
              <a:lnSpc>
                <a:spcPct val="100000"/>
              </a:lnSpc>
              <a:buNone/>
              <a:tabLst>
                <a:tab algn="l" pos="0"/>
              </a:tabLst>
            </a:pPr>
            <a:r>
              <a:rPr b="0" lang="en-US" sz="1200" strike="noStrike" u="none">
                <a:solidFill>
                  <a:schemeClr val="dk1">
                    <a:tint val="75000"/>
                  </a:schemeClr>
                </a:solidFill>
                <a:effectLst/>
                <a:uFillTx/>
                <a:latin typeface="Calibri"/>
              </a:rPr>
              <a:t>&lt;date/time&gt;</a:t>
            </a:r>
            <a:endParaRPr b="0" lang="en-US" sz="1200" strike="noStrike" u="none">
              <a:solidFill>
                <a:srgbClr val="000000"/>
              </a:solidFill>
              <a:effectLst/>
              <a:uFillTx/>
              <a:latin typeface="Times New Roman"/>
            </a:endParaRPr>
          </a:p>
        </p:txBody>
      </p:sp>
      <p:sp>
        <p:nvSpPr>
          <p:cNvPr id="18" name="PlaceHolder 4"/>
          <p:cNvSpPr>
            <a:spLocks noGrp="1"/>
          </p:cNvSpPr>
          <p:nvPr>
            <p:ph type="ftr" idx="6"/>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19" name="PlaceHolder 5"/>
          <p:cNvSpPr>
            <a:spLocks noGrp="1"/>
          </p:cNvSpPr>
          <p:nvPr>
            <p:ph type="sldNum" idx="7"/>
          </p:nvPr>
        </p:nvSpPr>
        <p:spPr>
          <a:xfrm>
            <a:off x="8610480" y="6356520"/>
            <a:ext cx="274248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dk1">
                    <a:tint val="75000"/>
                  </a:schemeClr>
                </a:solidFill>
                <a:effectLst/>
                <a:uFillTx/>
                <a:latin typeface="Calibri"/>
              </a:defRPr>
            </a:lvl1pPr>
          </a:lstStyle>
          <a:p>
            <a:pPr indent="0" algn="r" defTabSz="457200">
              <a:lnSpc>
                <a:spcPct val="100000"/>
              </a:lnSpc>
              <a:buNone/>
              <a:tabLst>
                <a:tab algn="l" pos="0"/>
              </a:tabLst>
            </a:pPr>
            <a:fld id="{BE41AF46-4D50-4687-90A0-179F3B2AB73E}"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2">
    <p:bg>
      <p:bgPr>
        <a:solidFill>
          <a:srgbClr val="ffffff"/>
        </a:solidFill>
      </p:bgPr>
    </p:bg>
    <p:spTree>
      <p:nvGrpSpPr>
        <p:cNvPr id="1" name=""/>
        <p:cNvGrpSpPr/>
        <p:nvPr/>
      </p:nvGrpSpPr>
      <p:grpSpPr>
        <a:xfrm>
          <a:off x="0" y="0"/>
          <a:ext cx="0" cy="0"/>
          <a:chOff x="0" y="0"/>
          <a:chExt cx="0" cy="0"/>
        </a:xfrm>
      </p:grpSpPr>
      <p:sp>
        <p:nvSpPr>
          <p:cNvPr id="20" name="PlaceHolder 1"/>
          <p:cNvSpPr>
            <a:spLocks noGrp="1"/>
          </p:cNvSpPr>
          <p:nvPr>
            <p:ph type="title"/>
          </p:nvPr>
        </p:nvSpPr>
        <p:spPr>
          <a:xfrm>
            <a:off x="822960" y="1097280"/>
            <a:ext cx="10423440" cy="1645200"/>
          </a:xfrm>
          <a:prstGeom prst="rect">
            <a:avLst/>
          </a:prstGeom>
          <a:noFill/>
          <a:ln w="0">
            <a:noFill/>
          </a:ln>
        </p:spPr>
        <p:txBody>
          <a:bodyPr lIns="91440" rIns="91440" tIns="45720" bIns="45720" anchor="b">
            <a:normAutofit/>
          </a:bodyPr>
          <a:p>
            <a:pPr indent="0" defTabSz="914400">
              <a:lnSpc>
                <a:spcPct val="90000"/>
              </a:lnSpc>
              <a:buNone/>
              <a:tabLst>
                <a:tab algn="l" pos="0"/>
              </a:tabLst>
            </a:pPr>
            <a:r>
              <a:rPr b="1" lang="en-US" sz="3200" strike="noStrike" u="none">
                <a:solidFill>
                  <a:schemeClr val="lt1"/>
                </a:solidFill>
                <a:effectLst/>
                <a:uFillTx/>
                <a:latin typeface="Calibri Light"/>
              </a:rPr>
              <a:t>click to edit master title style</a:t>
            </a:r>
            <a:endParaRPr b="0" lang="en-US" sz="3200" strike="noStrike" u="none">
              <a:solidFill>
                <a:srgbClr val="000000"/>
              </a:solidFill>
              <a:effectLst/>
              <a:uFillTx/>
              <a:latin typeface="Arial"/>
            </a:endParaRPr>
          </a:p>
        </p:txBody>
      </p:sp>
      <p:sp>
        <p:nvSpPr>
          <p:cNvPr id="21" name="PlaceHolder 2"/>
          <p:cNvSpPr>
            <a:spLocks noGrp="1"/>
          </p:cNvSpPr>
          <p:nvPr>
            <p:ph type="body"/>
          </p:nvPr>
        </p:nvSpPr>
        <p:spPr>
          <a:xfrm>
            <a:off x="0" y="0"/>
            <a:ext cx="12191400" cy="657720"/>
          </a:xfrm>
          <a:prstGeom prst="rect">
            <a:avLst/>
          </a:prstGeom>
          <a:solidFill>
            <a:schemeClr val="accent2">
              <a:lumMod val="20000"/>
              <a:lumOff val="80000"/>
            </a:schemeClr>
          </a:solidFill>
          <a:ln w="0">
            <a:noFill/>
          </a:ln>
        </p:spPr>
        <p:txBody>
          <a:bodyPr lIns="90000" rIns="90000" tIns="45000" bIns="45000" anchor="t">
            <a:noAutofit/>
          </a:bodyPr>
          <a:p>
            <a:pPr indent="0" defTabSz="457200">
              <a:lnSpc>
                <a:spcPct val="100000"/>
              </a:lnSpc>
              <a:buNone/>
              <a:tabLst>
                <a:tab algn="l" pos="0"/>
              </a:tabLst>
            </a:pPr>
            <a:r>
              <a:rPr b="0" lang="en-US" sz="1800" strike="noStrike" u="none">
                <a:solidFill>
                  <a:schemeClr val="dk1"/>
                </a:solidFill>
                <a:effectLst/>
                <a:uFillTx/>
                <a:latin typeface="Calibri"/>
              </a:rPr>
              <a:t>Click icon to add picture</a:t>
            </a:r>
            <a:endParaRPr b="0" lang="en-US" sz="1800" strike="noStrike" u="none">
              <a:solidFill>
                <a:srgbClr val="000000"/>
              </a:solidFill>
              <a:effectLst/>
              <a:uFillTx/>
              <a:latin typeface="Arial"/>
            </a:endParaRPr>
          </a:p>
        </p:txBody>
      </p:sp>
      <p:sp>
        <p:nvSpPr>
          <p:cNvPr id="22" name="PlaceHolder 3"/>
          <p:cNvSpPr>
            <a:spLocks noGrp="1"/>
          </p:cNvSpPr>
          <p:nvPr>
            <p:ph type="body"/>
          </p:nvPr>
        </p:nvSpPr>
        <p:spPr>
          <a:xfrm>
            <a:off x="822960" y="3529440"/>
            <a:ext cx="3199680" cy="2285280"/>
          </a:xfrm>
          <a:prstGeom prst="rect">
            <a:avLst/>
          </a:prstGeom>
          <a:noFill/>
          <a:ln w="0">
            <a:noFill/>
          </a:ln>
        </p:spPr>
        <p:txBody>
          <a:bodyPr lIns="91440" rIns="91440" tIns="45720" bIns="45720" anchor="t">
            <a:noAutofit/>
          </a:bodyPr>
          <a:p>
            <a:pPr marL="285840" indent="-285840" defTabSz="914400">
              <a:lnSpc>
                <a:spcPct val="90000"/>
              </a:lnSpc>
              <a:spcBef>
                <a:spcPts val="1001"/>
              </a:spcBef>
              <a:buClr>
                <a:srgbClr val="ffffff"/>
              </a:buClr>
              <a:buFont typeface="Arial"/>
              <a:buChar char="•"/>
            </a:pPr>
            <a:r>
              <a:rPr b="0" lang="en-US" sz="1800" strike="noStrike" u="none">
                <a:solidFill>
                  <a:schemeClr val="lt1"/>
                </a:solidFill>
                <a:effectLst/>
                <a:uFillTx/>
                <a:latin typeface="Calibri"/>
              </a:rPr>
              <a:t>Click to edit Master text styles</a:t>
            </a:r>
            <a:endParaRPr b="0" lang="en-US" sz="1800" strike="noStrike" u="none">
              <a:solidFill>
                <a:srgbClr val="000000"/>
              </a:solidFill>
              <a:effectLst/>
              <a:uFillTx/>
              <a:latin typeface="Arial"/>
            </a:endParaRPr>
          </a:p>
          <a:p>
            <a:pPr lvl="1" marL="685800" indent="-228600" defTabSz="914400">
              <a:lnSpc>
                <a:spcPct val="90000"/>
              </a:lnSpc>
              <a:spcBef>
                <a:spcPts val="499"/>
              </a:spcBef>
              <a:buClr>
                <a:srgbClr val="ffffff"/>
              </a:buClr>
              <a:buFont typeface="Arial"/>
              <a:buChar char="•"/>
            </a:pPr>
            <a:r>
              <a:rPr b="0" lang="en-US" sz="1600" strike="noStrike" u="none">
                <a:solidFill>
                  <a:schemeClr val="lt1"/>
                </a:solidFill>
                <a:effectLst/>
                <a:uFillTx/>
                <a:latin typeface="Calibri"/>
              </a:rPr>
              <a:t>Second level</a:t>
            </a:r>
            <a:endParaRPr b="0" lang="en-US" sz="1600" strike="noStrike" u="none">
              <a:solidFill>
                <a:srgbClr val="000000"/>
              </a:solidFill>
              <a:effectLst/>
              <a:uFillTx/>
              <a:latin typeface="Arial"/>
            </a:endParaRPr>
          </a:p>
          <a:p>
            <a:pPr lvl="2" marL="1143000" indent="-228600" defTabSz="914400">
              <a:lnSpc>
                <a:spcPct val="90000"/>
              </a:lnSpc>
              <a:spcBef>
                <a:spcPts val="499"/>
              </a:spcBef>
              <a:buClr>
                <a:srgbClr val="ffffff"/>
              </a:buClr>
              <a:buFont typeface="Arial"/>
              <a:buChar char="•"/>
            </a:pPr>
            <a:r>
              <a:rPr b="0" lang="en-US" sz="1400" strike="noStrike" u="none">
                <a:solidFill>
                  <a:schemeClr val="lt1"/>
                </a:solidFill>
                <a:effectLst/>
                <a:uFillTx/>
                <a:latin typeface="Calibri"/>
              </a:rPr>
              <a:t>Third level</a:t>
            </a:r>
            <a:endParaRPr b="0" lang="en-US" sz="1400" strike="noStrike" u="none">
              <a:solidFill>
                <a:srgbClr val="000000"/>
              </a:solidFill>
              <a:effectLst/>
              <a:uFillTx/>
              <a:latin typeface="Arial"/>
            </a:endParaRPr>
          </a:p>
          <a:p>
            <a:pPr lvl="3" marL="1600200" indent="-228600" defTabSz="914400">
              <a:lnSpc>
                <a:spcPct val="90000"/>
              </a:lnSpc>
              <a:spcBef>
                <a:spcPts val="499"/>
              </a:spcBef>
              <a:buClr>
                <a:srgbClr val="ffffff"/>
              </a:buClr>
              <a:buFont typeface="Arial"/>
              <a:buChar char="•"/>
            </a:pPr>
            <a:r>
              <a:rPr b="0" lang="en-US" sz="1200" strike="noStrike" u="none">
                <a:solidFill>
                  <a:schemeClr val="lt1"/>
                </a:solidFill>
                <a:effectLst/>
                <a:uFillTx/>
                <a:latin typeface="Calibri"/>
              </a:rPr>
              <a:t>Fourth level</a:t>
            </a:r>
            <a:endParaRPr b="0" lang="en-US" sz="1200" strike="noStrike" u="none">
              <a:solidFill>
                <a:srgbClr val="000000"/>
              </a:solidFill>
              <a:effectLst/>
              <a:uFillTx/>
              <a:latin typeface="Arial"/>
            </a:endParaRPr>
          </a:p>
          <a:p>
            <a:pPr lvl="4" marL="2057400" indent="-228600" defTabSz="914400">
              <a:lnSpc>
                <a:spcPct val="90000"/>
              </a:lnSpc>
              <a:spcBef>
                <a:spcPts val="499"/>
              </a:spcBef>
              <a:buClr>
                <a:srgbClr val="ffffff"/>
              </a:buClr>
              <a:buFont typeface="Arial"/>
              <a:buChar char="•"/>
            </a:pPr>
            <a:r>
              <a:rPr b="0" lang="en-US" sz="1200" strike="noStrike" u="none">
                <a:solidFill>
                  <a:schemeClr val="lt1"/>
                </a:solidFill>
                <a:effectLst/>
                <a:uFillTx/>
                <a:latin typeface="Calibri"/>
              </a:rPr>
              <a:t>Fifth level</a:t>
            </a:r>
            <a:endParaRPr b="0" lang="en-US" sz="1200" strike="noStrike" u="none">
              <a:solidFill>
                <a:srgbClr val="000000"/>
              </a:solidFill>
              <a:effectLst/>
              <a:uFillTx/>
              <a:latin typeface="Arial"/>
            </a:endParaRPr>
          </a:p>
        </p:txBody>
      </p:sp>
      <p:sp>
        <p:nvSpPr>
          <p:cNvPr id="23" name="PlaceHolder 4"/>
          <p:cNvSpPr>
            <a:spLocks noGrp="1"/>
          </p:cNvSpPr>
          <p:nvPr>
            <p:ph type="body"/>
          </p:nvPr>
        </p:nvSpPr>
        <p:spPr>
          <a:xfrm>
            <a:off x="4260960" y="3529440"/>
            <a:ext cx="6985440" cy="223056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en-US" sz="1800" strike="noStrike" u="none">
                <a:solidFill>
                  <a:schemeClr val="lt1"/>
                </a:solidFill>
                <a:effectLst/>
                <a:uFillTx/>
                <a:latin typeface="Calibri"/>
              </a:rPr>
              <a:t>Click to edit Master text styles</a:t>
            </a:r>
            <a:endParaRPr b="0" lang="en-US" sz="1800" strike="noStrike" u="none">
              <a:solidFill>
                <a:srgbClr val="000000"/>
              </a:solidFill>
              <a:effectLst/>
              <a:uFillTx/>
              <a:latin typeface="Arial"/>
            </a:endParaRPr>
          </a:p>
          <a:p>
            <a:pPr lvl="1" marL="685800" indent="-228600" defTabSz="914400">
              <a:lnSpc>
                <a:spcPct val="90000"/>
              </a:lnSpc>
              <a:spcBef>
                <a:spcPts val="499"/>
              </a:spcBef>
              <a:buClr>
                <a:srgbClr val="ffffff"/>
              </a:buClr>
              <a:buFont typeface="Arial"/>
              <a:buChar char="•"/>
              <a:tabLst>
                <a:tab algn="l" pos="0"/>
              </a:tabLst>
            </a:pPr>
            <a:r>
              <a:rPr b="0" lang="en-US" sz="1600" strike="noStrike" u="none">
                <a:solidFill>
                  <a:schemeClr val="lt1"/>
                </a:solidFill>
                <a:effectLst/>
                <a:uFillTx/>
                <a:latin typeface="Calibri"/>
              </a:rPr>
              <a:t>Second level</a:t>
            </a:r>
            <a:endParaRPr b="0" lang="en-US" sz="1600" strike="noStrike" u="none">
              <a:solidFill>
                <a:srgbClr val="000000"/>
              </a:solidFill>
              <a:effectLst/>
              <a:uFillTx/>
              <a:latin typeface="Arial"/>
            </a:endParaRPr>
          </a:p>
          <a:p>
            <a:pPr lvl="2" marL="1143000" indent="-228600" defTabSz="914400">
              <a:lnSpc>
                <a:spcPct val="90000"/>
              </a:lnSpc>
              <a:spcBef>
                <a:spcPts val="499"/>
              </a:spcBef>
              <a:buClr>
                <a:srgbClr val="ffffff"/>
              </a:buClr>
              <a:buFont typeface="Arial"/>
              <a:buChar char="•"/>
              <a:tabLst>
                <a:tab algn="l" pos="0"/>
              </a:tabLst>
            </a:pPr>
            <a:r>
              <a:rPr b="0" lang="en-US" sz="1400" strike="noStrike" u="none">
                <a:solidFill>
                  <a:schemeClr val="lt1"/>
                </a:solidFill>
                <a:effectLst/>
                <a:uFillTx/>
                <a:latin typeface="Calibri"/>
              </a:rPr>
              <a:t>Third level</a:t>
            </a:r>
            <a:endParaRPr b="0" lang="en-US" sz="1400" strike="noStrike" u="none">
              <a:solidFill>
                <a:srgbClr val="000000"/>
              </a:solidFill>
              <a:effectLst/>
              <a:uFillTx/>
              <a:latin typeface="Arial"/>
            </a:endParaRPr>
          </a:p>
          <a:p>
            <a:pPr lvl="3" marL="1600200" indent="-228600" defTabSz="914400">
              <a:lnSpc>
                <a:spcPct val="90000"/>
              </a:lnSpc>
              <a:spcBef>
                <a:spcPts val="499"/>
              </a:spcBef>
              <a:buClr>
                <a:srgbClr val="ffffff"/>
              </a:buClr>
              <a:buFont typeface="Arial"/>
              <a:buChar char="•"/>
              <a:tabLst>
                <a:tab algn="l" pos="0"/>
              </a:tabLst>
            </a:pPr>
            <a:r>
              <a:rPr b="0" lang="en-US" sz="1200" strike="noStrike" u="none">
                <a:solidFill>
                  <a:schemeClr val="lt1"/>
                </a:solidFill>
                <a:effectLst/>
                <a:uFillTx/>
                <a:latin typeface="Calibri"/>
              </a:rPr>
              <a:t>Fourth level</a:t>
            </a:r>
            <a:endParaRPr b="0" lang="en-US" sz="1200" strike="noStrike" u="none">
              <a:solidFill>
                <a:srgbClr val="000000"/>
              </a:solidFill>
              <a:effectLst/>
              <a:uFillTx/>
              <a:latin typeface="Arial"/>
            </a:endParaRPr>
          </a:p>
          <a:p>
            <a:pPr lvl="4" marL="2057400" indent="-228600" defTabSz="914400">
              <a:lnSpc>
                <a:spcPct val="90000"/>
              </a:lnSpc>
              <a:spcBef>
                <a:spcPts val="499"/>
              </a:spcBef>
              <a:buClr>
                <a:srgbClr val="ffffff"/>
              </a:buClr>
              <a:buFont typeface="Arial"/>
              <a:buChar char="•"/>
              <a:tabLst>
                <a:tab algn="l" pos="0"/>
              </a:tabLst>
            </a:pPr>
            <a:r>
              <a:rPr b="0" lang="en-US" sz="1200" strike="noStrike" u="none">
                <a:solidFill>
                  <a:schemeClr val="lt1"/>
                </a:solidFill>
                <a:effectLst/>
                <a:uFillTx/>
                <a:latin typeface="Calibri"/>
              </a:rPr>
              <a:t>Fifth level</a:t>
            </a:r>
            <a:endParaRPr b="0" lang="en-US" sz="1200" strike="noStrike" u="none">
              <a:solidFill>
                <a:srgbClr val="000000"/>
              </a:solidFill>
              <a:effectLst/>
              <a:uFillTx/>
              <a:latin typeface="Arial"/>
            </a:endParaRPr>
          </a:p>
        </p:txBody>
      </p:sp>
      <p:sp>
        <p:nvSpPr>
          <p:cNvPr id="24" name="PlaceHolder 5"/>
          <p:cNvSpPr>
            <a:spLocks noGrp="1"/>
          </p:cNvSpPr>
          <p:nvPr>
            <p:ph type="ftr" idx="8"/>
          </p:nvPr>
        </p:nvSpPr>
        <p:spPr>
          <a:xfrm>
            <a:off x="173880" y="625464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25" name="PlaceHolder 6"/>
          <p:cNvSpPr>
            <a:spLocks noGrp="1"/>
          </p:cNvSpPr>
          <p:nvPr>
            <p:ph type="sldNum" idx="9"/>
          </p:nvPr>
        </p:nvSpPr>
        <p:spPr>
          <a:xfrm>
            <a:off x="8610480" y="6356520"/>
            <a:ext cx="274248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lt1">
                    <a:tint val="75000"/>
                    <a:alpha val="78000"/>
                  </a:schemeClr>
                </a:solidFill>
                <a:effectLst/>
                <a:uFillTx/>
                <a:latin typeface="Calibri"/>
              </a:defRPr>
            </a:lvl1pPr>
          </a:lstStyle>
          <a:p>
            <a:pPr indent="0" algn="r" defTabSz="457200">
              <a:lnSpc>
                <a:spcPct val="100000"/>
              </a:lnSpc>
              <a:buNone/>
              <a:tabLst>
                <a:tab algn="l" pos="0"/>
              </a:tabLst>
            </a:pPr>
            <a:fld id="{41101A9C-BCFD-496D-A998-CBB2B1866F77}" type="slidenum">
              <a:rPr b="0" lang="en-US" sz="1200" strike="noStrike" u="none">
                <a:solidFill>
                  <a:schemeClr val="lt1">
                    <a:tint val="75000"/>
                    <a:alpha val="78000"/>
                  </a:schemeClr>
                </a:solidFill>
                <a:effectLst/>
                <a:uFillTx/>
                <a:latin typeface="Calibri"/>
              </a:rPr>
              <a:t>&lt;number&gt;</a:t>
            </a:fld>
            <a:endParaRPr b="0" lang="en-US" sz="1200" strike="noStrike" u="non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Title and Content">
    <p:bg>
      <p:bgPr>
        <a:solidFill>
          <a:srgbClr val="ffffff"/>
        </a:solidFill>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822960" y="1097280"/>
            <a:ext cx="10423440" cy="1645200"/>
          </a:xfrm>
          <a:prstGeom prst="rect">
            <a:avLst/>
          </a:prstGeom>
          <a:noFill/>
          <a:ln w="0">
            <a:noFill/>
          </a:ln>
        </p:spPr>
        <p:txBody>
          <a:bodyPr lIns="91440" rIns="91440" tIns="45720" bIns="45720" anchor="b">
            <a:normAutofit/>
          </a:bodyPr>
          <a:p>
            <a:pPr indent="0" defTabSz="914400">
              <a:lnSpc>
                <a:spcPct val="90000"/>
              </a:lnSpc>
              <a:buNone/>
              <a:tabLst>
                <a:tab algn="l" pos="0"/>
              </a:tabLst>
            </a:pPr>
            <a:r>
              <a:rPr b="1" lang="en-US" sz="3200" strike="noStrike" u="none">
                <a:solidFill>
                  <a:schemeClr val="lt1"/>
                </a:solidFill>
                <a:effectLst/>
                <a:uFillTx/>
                <a:latin typeface="Calibri Light"/>
              </a:rPr>
              <a:t>click to edit master title style</a:t>
            </a:r>
            <a:endParaRPr b="0" lang="en-US" sz="3200" strike="noStrike" u="none">
              <a:solidFill>
                <a:srgbClr val="000000"/>
              </a:solidFill>
              <a:effectLst/>
              <a:uFillTx/>
              <a:latin typeface="Arial"/>
            </a:endParaRPr>
          </a:p>
        </p:txBody>
      </p:sp>
      <p:sp>
        <p:nvSpPr>
          <p:cNvPr id="27" name="PlaceHolder 2"/>
          <p:cNvSpPr>
            <a:spLocks noGrp="1"/>
          </p:cNvSpPr>
          <p:nvPr>
            <p:ph type="body"/>
          </p:nvPr>
        </p:nvSpPr>
        <p:spPr>
          <a:xfrm>
            <a:off x="0" y="0"/>
            <a:ext cx="12191400" cy="657720"/>
          </a:xfrm>
          <a:prstGeom prst="rect">
            <a:avLst/>
          </a:prstGeom>
          <a:solidFill>
            <a:schemeClr val="accent1">
              <a:lumMod val="75000"/>
            </a:schemeClr>
          </a:solidFill>
          <a:ln w="0">
            <a:noFill/>
          </a:ln>
        </p:spPr>
        <p:txBody>
          <a:bodyPr lIns="90000" rIns="90000" tIns="45000" bIns="45000" anchor="t">
            <a:noAutofit/>
          </a:bodyPr>
          <a:p>
            <a:pPr indent="0" algn="ctr" defTabSz="457200">
              <a:lnSpc>
                <a:spcPct val="100000"/>
              </a:lnSpc>
              <a:buNone/>
              <a:tabLst>
                <a:tab algn="l" pos="0"/>
              </a:tabLst>
            </a:pPr>
            <a:r>
              <a:rPr b="0" lang="en-US" sz="1800" strike="noStrike" u="none">
                <a:solidFill>
                  <a:schemeClr val="dk1"/>
                </a:solidFill>
                <a:effectLst/>
                <a:uFillTx/>
                <a:latin typeface="Calibri"/>
              </a:rPr>
              <a:t>Click icon to add picture</a:t>
            </a:r>
            <a:endParaRPr b="0" lang="en-US" sz="1800" strike="noStrike" u="none">
              <a:solidFill>
                <a:srgbClr val="ffffff"/>
              </a:solidFill>
              <a:effectLst/>
              <a:uFillTx/>
              <a:latin typeface="Arial"/>
            </a:endParaRPr>
          </a:p>
        </p:txBody>
      </p:sp>
      <p:sp>
        <p:nvSpPr>
          <p:cNvPr id="28" name="PlaceHolder 3"/>
          <p:cNvSpPr>
            <a:spLocks noGrp="1"/>
          </p:cNvSpPr>
          <p:nvPr>
            <p:ph type="body"/>
          </p:nvPr>
        </p:nvSpPr>
        <p:spPr>
          <a:xfrm>
            <a:off x="914400" y="3529440"/>
            <a:ext cx="10359360" cy="22305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ffffff"/>
              </a:buClr>
              <a:buFont typeface="Arial"/>
              <a:buChar char="•"/>
            </a:pPr>
            <a:r>
              <a:rPr b="0" lang="en-US" sz="1600" strike="noStrike" u="none">
                <a:solidFill>
                  <a:schemeClr val="lt1"/>
                </a:solidFill>
                <a:effectLst/>
                <a:uFillTx/>
                <a:latin typeface="Calibri"/>
              </a:rPr>
              <a:t>Click to edit Master text styles</a:t>
            </a:r>
            <a:endParaRPr b="0" lang="en-US" sz="1600" strike="noStrike" u="none">
              <a:solidFill>
                <a:srgbClr val="000000"/>
              </a:solidFill>
              <a:effectLst/>
              <a:uFillTx/>
              <a:latin typeface="Arial"/>
            </a:endParaRPr>
          </a:p>
          <a:p>
            <a:pPr lvl="1" marL="685800" indent="-228600" defTabSz="914400">
              <a:lnSpc>
                <a:spcPct val="90000"/>
              </a:lnSpc>
              <a:spcBef>
                <a:spcPts val="499"/>
              </a:spcBef>
              <a:buClr>
                <a:srgbClr val="ffffff"/>
              </a:buClr>
              <a:buFont typeface="Arial"/>
              <a:buChar char="•"/>
            </a:pPr>
            <a:r>
              <a:rPr b="0" lang="en-US" sz="1400" strike="noStrike" u="none">
                <a:solidFill>
                  <a:schemeClr val="lt1"/>
                </a:solidFill>
                <a:effectLst/>
                <a:uFillTx/>
                <a:latin typeface="Calibri"/>
              </a:rPr>
              <a:t>Second level</a:t>
            </a:r>
            <a:endParaRPr b="0" lang="en-US" sz="1400" strike="noStrike" u="none">
              <a:solidFill>
                <a:srgbClr val="000000"/>
              </a:solidFill>
              <a:effectLst/>
              <a:uFillTx/>
              <a:latin typeface="Arial"/>
            </a:endParaRPr>
          </a:p>
          <a:p>
            <a:pPr lvl="2" marL="1143000" indent="-228600" defTabSz="914400">
              <a:lnSpc>
                <a:spcPct val="90000"/>
              </a:lnSpc>
              <a:spcBef>
                <a:spcPts val="499"/>
              </a:spcBef>
              <a:buClr>
                <a:srgbClr val="ffffff"/>
              </a:buClr>
              <a:buFont typeface="Arial"/>
              <a:buChar char="•"/>
            </a:pPr>
            <a:r>
              <a:rPr b="0" lang="en-US" sz="1200" strike="noStrike" u="none">
                <a:solidFill>
                  <a:schemeClr val="lt1"/>
                </a:solidFill>
                <a:effectLst/>
                <a:uFillTx/>
                <a:latin typeface="Calibri"/>
              </a:rPr>
              <a:t>Third level</a:t>
            </a:r>
            <a:endParaRPr b="0" lang="en-US" sz="1200" strike="noStrike" u="none">
              <a:solidFill>
                <a:srgbClr val="000000"/>
              </a:solidFill>
              <a:effectLst/>
              <a:uFillTx/>
              <a:latin typeface="Arial"/>
            </a:endParaRPr>
          </a:p>
          <a:p>
            <a:pPr lvl="3" marL="1600200" indent="-228600" defTabSz="914400">
              <a:lnSpc>
                <a:spcPct val="90000"/>
              </a:lnSpc>
              <a:spcBef>
                <a:spcPts val="499"/>
              </a:spcBef>
              <a:buClr>
                <a:srgbClr val="ffffff"/>
              </a:buClr>
              <a:buFont typeface="Arial"/>
              <a:buChar char="•"/>
            </a:pPr>
            <a:r>
              <a:rPr b="0" lang="en-US" sz="1100" strike="noStrike" u="none">
                <a:solidFill>
                  <a:schemeClr val="lt1"/>
                </a:solidFill>
                <a:effectLst/>
                <a:uFillTx/>
                <a:latin typeface="Calibri"/>
              </a:rPr>
              <a:t>Fourth level</a:t>
            </a:r>
            <a:endParaRPr b="0" lang="en-US" sz="1100" strike="noStrike" u="none">
              <a:solidFill>
                <a:srgbClr val="000000"/>
              </a:solidFill>
              <a:effectLst/>
              <a:uFillTx/>
              <a:latin typeface="Arial"/>
            </a:endParaRPr>
          </a:p>
          <a:p>
            <a:pPr lvl="4" marL="2057400" indent="-228600" defTabSz="914400">
              <a:lnSpc>
                <a:spcPct val="90000"/>
              </a:lnSpc>
              <a:spcBef>
                <a:spcPts val="499"/>
              </a:spcBef>
              <a:buClr>
                <a:srgbClr val="ffffff"/>
              </a:buClr>
              <a:buFont typeface="Arial"/>
              <a:buChar char="•"/>
            </a:pPr>
            <a:r>
              <a:rPr b="0" lang="en-US" sz="1100" strike="noStrike" u="none">
                <a:solidFill>
                  <a:schemeClr val="lt1"/>
                </a:solidFill>
                <a:effectLst/>
                <a:uFillTx/>
                <a:latin typeface="Calibri"/>
              </a:rPr>
              <a:t>Fifth level</a:t>
            </a:r>
            <a:endParaRPr b="0" lang="en-US" sz="1100" strike="noStrike" u="none">
              <a:solidFill>
                <a:srgbClr val="000000"/>
              </a:solidFill>
              <a:effectLst/>
              <a:uFillTx/>
              <a:latin typeface="Arial"/>
            </a:endParaRPr>
          </a:p>
        </p:txBody>
      </p:sp>
      <p:sp>
        <p:nvSpPr>
          <p:cNvPr id="29" name="PlaceHolder 4"/>
          <p:cNvSpPr>
            <a:spLocks noGrp="1"/>
          </p:cNvSpPr>
          <p:nvPr>
            <p:ph type="ftr" idx="10"/>
          </p:nvPr>
        </p:nvSpPr>
        <p:spPr>
          <a:xfrm>
            <a:off x="173880" y="625464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30" name="PlaceHolder 5"/>
          <p:cNvSpPr>
            <a:spLocks noGrp="1"/>
          </p:cNvSpPr>
          <p:nvPr>
            <p:ph type="sldNum" idx="11"/>
          </p:nvPr>
        </p:nvSpPr>
        <p:spPr>
          <a:xfrm>
            <a:off x="8610480" y="6356520"/>
            <a:ext cx="274248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lt1">
                    <a:tint val="75000"/>
                    <a:alpha val="78000"/>
                  </a:schemeClr>
                </a:solidFill>
                <a:effectLst/>
                <a:uFillTx/>
                <a:latin typeface="Calibri"/>
              </a:defRPr>
            </a:lvl1pPr>
          </a:lstStyle>
          <a:p>
            <a:pPr indent="0" algn="r" defTabSz="457200">
              <a:lnSpc>
                <a:spcPct val="100000"/>
              </a:lnSpc>
              <a:buNone/>
              <a:tabLst>
                <a:tab algn="l" pos="0"/>
              </a:tabLst>
            </a:pPr>
            <a:fld id="{577633B8-A7C1-4B75-B7BE-464D8679DB03}" type="slidenum">
              <a:rPr b="0" lang="en-US" sz="1200" strike="noStrike" u="none">
                <a:solidFill>
                  <a:schemeClr val="lt1">
                    <a:tint val="75000"/>
                    <a:alpha val="78000"/>
                  </a:schemeClr>
                </a:solidFill>
                <a:effectLst/>
                <a:uFillTx/>
                <a:latin typeface="Calibri"/>
              </a:rPr>
              <a:t>&lt;number&gt;</a:t>
            </a:fld>
            <a:endParaRPr b="0" lang="en-US" sz="1200" strike="noStrike" u="non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ubtitle">
    <p:bg>
      <p:bgPr>
        <a:solidFill>
          <a:srgbClr val="ffffff"/>
        </a:solidFill>
      </p:bgPr>
    </p:bg>
    <p:spTree>
      <p:nvGrpSpPr>
        <p:cNvPr id="1" name=""/>
        <p:cNvGrpSpPr/>
        <p:nvPr/>
      </p:nvGrpSpPr>
      <p:grpSpPr>
        <a:xfrm>
          <a:off x="0" y="0"/>
          <a:ext cx="0" cy="0"/>
          <a:chOff x="0" y="0"/>
          <a:chExt cx="0" cy="0"/>
        </a:xfrm>
      </p:grpSpPr>
      <p:sp>
        <p:nvSpPr>
          <p:cNvPr id="31" name="PlaceHolder 1"/>
          <p:cNvSpPr>
            <a:spLocks noGrp="1"/>
          </p:cNvSpPr>
          <p:nvPr>
            <p:ph type="title"/>
          </p:nvPr>
        </p:nvSpPr>
        <p:spPr>
          <a:xfrm>
            <a:off x="4370760" y="822960"/>
            <a:ext cx="7040160" cy="5211360"/>
          </a:xfrm>
          <a:prstGeom prst="rect">
            <a:avLst/>
          </a:prstGeom>
          <a:noFill/>
          <a:ln w="0">
            <a:noFill/>
          </a:ln>
        </p:spPr>
        <p:txBody>
          <a:bodyPr lIns="91440" rIns="91440" tIns="45720" bIns="45720" anchor="ctr">
            <a:normAutofit/>
          </a:bodyPr>
          <a:p>
            <a:pPr indent="0" defTabSz="914400">
              <a:lnSpc>
                <a:spcPct val="90000"/>
              </a:lnSpc>
              <a:buNone/>
              <a:tabLst>
                <a:tab algn="l" pos="0"/>
              </a:tabLst>
            </a:pPr>
            <a:r>
              <a:rPr b="1" lang="en-US" sz="6000" strike="noStrike" u="none" cap="all">
                <a:solidFill>
                  <a:schemeClr val="dk2"/>
                </a:solidFill>
                <a:effectLst/>
                <a:uFillTx/>
                <a:latin typeface="Calibri Light"/>
              </a:rPr>
              <a:t>click to edit master title style</a:t>
            </a:r>
            <a:endParaRPr b="0" lang="en-US" sz="6000" strike="noStrike" u="none">
              <a:solidFill>
                <a:srgbClr val="000000"/>
              </a:solidFill>
              <a:effectLst/>
              <a:uFillTx/>
              <a:latin typeface="Arial"/>
            </a:endParaRPr>
          </a:p>
        </p:txBody>
      </p:sp>
      <p:sp>
        <p:nvSpPr>
          <p:cNvPr id="32" name="PlaceHolder 2"/>
          <p:cNvSpPr>
            <a:spLocks noGrp="1"/>
          </p:cNvSpPr>
          <p:nvPr>
            <p:ph type="body"/>
          </p:nvPr>
        </p:nvSpPr>
        <p:spPr>
          <a:xfrm>
            <a:off x="0" y="0"/>
            <a:ext cx="4132440" cy="6857280"/>
          </a:xfrm>
          <a:prstGeom prst="rect">
            <a:avLst/>
          </a:prstGeom>
          <a:noFill/>
          <a:ln w="0">
            <a:noFill/>
          </a:ln>
        </p:spPr>
        <p:txBody>
          <a:bodyPr lIns="90000" rIns="90000" tIns="45000" bIns="45000" anchor="ctr">
            <a:noAutofit/>
          </a:bodyPr>
          <a:p>
            <a:pPr indent="0" algn="ctr" defTabSz="457200">
              <a:lnSpc>
                <a:spcPct val="100000"/>
              </a:lnSpc>
              <a:buNone/>
              <a:tabLst>
                <a:tab algn="l" pos="0"/>
              </a:tabLst>
            </a:pPr>
            <a:r>
              <a:rPr b="0" lang="en-US" sz="1800" strike="noStrike" u="none">
                <a:solidFill>
                  <a:schemeClr val="dk1"/>
                </a:solidFill>
                <a:effectLst/>
                <a:uFillTx/>
                <a:latin typeface="Calibri"/>
              </a:rPr>
              <a:t>Click icon to add picture</a:t>
            </a:r>
            <a:endParaRPr b="0" lang="en-US" sz="1800" strike="noStrike" u="none">
              <a:solidFill>
                <a:srgbClr val="000000"/>
              </a:solidFill>
              <a:effectLst/>
              <a:uFillTx/>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wo Content 2">
    <p:bg>
      <p:bgPr>
        <a:solidFill>
          <a:srgbClr val="ffffff"/>
        </a:solidFill>
      </p:bgPr>
    </p:bg>
    <p:spTree>
      <p:nvGrpSpPr>
        <p:cNvPr id="1" name=""/>
        <p:cNvGrpSpPr/>
        <p:nvPr/>
      </p:nvGrpSpPr>
      <p:grpSpPr>
        <a:xfrm>
          <a:off x="0" y="0"/>
          <a:ext cx="0" cy="0"/>
          <a:chOff x="0" y="0"/>
          <a:chExt cx="0" cy="0"/>
        </a:xfrm>
      </p:grpSpPr>
      <p:sp>
        <p:nvSpPr>
          <p:cNvPr id="33" name="PlaceHolder 1"/>
          <p:cNvSpPr>
            <a:spLocks noGrp="1"/>
          </p:cNvSpPr>
          <p:nvPr>
            <p:ph type="title"/>
          </p:nvPr>
        </p:nvSpPr>
        <p:spPr>
          <a:xfrm>
            <a:off x="822960" y="1097280"/>
            <a:ext cx="10514880" cy="1645200"/>
          </a:xfrm>
          <a:prstGeom prst="rect">
            <a:avLst/>
          </a:prstGeom>
          <a:noFill/>
          <a:ln w="0">
            <a:noFill/>
          </a:ln>
        </p:spPr>
        <p:txBody>
          <a:bodyPr lIns="91440" rIns="91440" tIns="45720" bIns="45720" anchor="b">
            <a:normAutofit/>
          </a:bodyPr>
          <a:p>
            <a:pPr indent="0" defTabSz="914400">
              <a:lnSpc>
                <a:spcPct val="90000"/>
              </a:lnSpc>
              <a:buNone/>
              <a:tabLst>
                <a:tab algn="l" pos="0"/>
              </a:tabLst>
            </a:pPr>
            <a:r>
              <a:rPr b="1" lang="en-US" sz="3200" strike="noStrike" u="none">
                <a:solidFill>
                  <a:schemeClr val="lt1"/>
                </a:solidFill>
                <a:effectLst/>
                <a:uFillTx/>
                <a:latin typeface="Calibri Light"/>
              </a:rPr>
              <a:t>click to edit master title style</a:t>
            </a:r>
            <a:endParaRPr b="0" lang="en-US" sz="3200" strike="noStrike" u="none">
              <a:solidFill>
                <a:srgbClr val="000000"/>
              </a:solidFill>
              <a:effectLst/>
              <a:uFillTx/>
              <a:latin typeface="Arial"/>
            </a:endParaRPr>
          </a:p>
        </p:txBody>
      </p:sp>
      <p:sp>
        <p:nvSpPr>
          <p:cNvPr id="34" name="PlaceHolder 2"/>
          <p:cNvSpPr>
            <a:spLocks noGrp="1"/>
          </p:cNvSpPr>
          <p:nvPr>
            <p:ph type="body"/>
          </p:nvPr>
        </p:nvSpPr>
        <p:spPr>
          <a:xfrm>
            <a:off x="0" y="-23040"/>
            <a:ext cx="12191400" cy="849600"/>
          </a:xfrm>
          <a:prstGeom prst="rect">
            <a:avLst/>
          </a:prstGeom>
          <a:solidFill>
            <a:schemeClr val="accent1">
              <a:lumMod val="75000"/>
            </a:schemeClr>
          </a:solidFill>
          <a:ln w="0">
            <a:noFill/>
          </a:ln>
        </p:spPr>
        <p:txBody>
          <a:bodyPr lIns="90000" rIns="90000" tIns="45000" bIns="45000" anchor="t">
            <a:noAutofit/>
          </a:bodyPr>
          <a:p>
            <a:pPr indent="0" defTabSz="457200">
              <a:lnSpc>
                <a:spcPct val="100000"/>
              </a:lnSpc>
              <a:buNone/>
              <a:tabLst>
                <a:tab algn="l" pos="0"/>
              </a:tabLst>
            </a:pPr>
            <a:r>
              <a:rPr b="0" lang="en-US" sz="2000" strike="noStrike" u="none">
                <a:solidFill>
                  <a:schemeClr val="lt1"/>
                </a:solidFill>
                <a:effectLst/>
                <a:uFillTx/>
                <a:latin typeface="Calibri"/>
              </a:rPr>
              <a:t>Click icon to add picture</a:t>
            </a:r>
            <a:endParaRPr b="0" lang="en-US" sz="2000" strike="noStrike" u="none">
              <a:solidFill>
                <a:srgbClr val="ffffff"/>
              </a:solidFill>
              <a:effectLst/>
              <a:uFillTx/>
              <a:latin typeface="Arial"/>
            </a:endParaRPr>
          </a:p>
        </p:txBody>
      </p:sp>
      <p:sp>
        <p:nvSpPr>
          <p:cNvPr id="35" name="PlaceHolder 3"/>
          <p:cNvSpPr>
            <a:spLocks noGrp="1"/>
          </p:cNvSpPr>
          <p:nvPr>
            <p:ph type="body"/>
          </p:nvPr>
        </p:nvSpPr>
        <p:spPr>
          <a:xfrm>
            <a:off x="822960" y="3529440"/>
            <a:ext cx="7113240" cy="2102400"/>
          </a:xfrm>
          <a:prstGeom prst="rect">
            <a:avLst/>
          </a:prstGeom>
          <a:noFill/>
          <a:ln w="0">
            <a:noFill/>
          </a:ln>
        </p:spPr>
        <p:txBody>
          <a:bodyPr lIns="91440" rIns="91440" tIns="45720" bIns="45720" anchor="t">
            <a:noAutofit/>
          </a:bodyPr>
          <a:p>
            <a:pPr marL="343080" indent="-343080" defTabSz="914400">
              <a:lnSpc>
                <a:spcPct val="90000"/>
              </a:lnSpc>
              <a:spcBef>
                <a:spcPts val="1001"/>
              </a:spcBef>
              <a:buClr>
                <a:srgbClr val="ffffff"/>
              </a:buClr>
              <a:buFont typeface="Calibri Light"/>
              <a:buAutoNum type="arabicPeriod"/>
            </a:pPr>
            <a:r>
              <a:rPr b="0" lang="en-US" sz="1800" strike="noStrike" u="none">
                <a:solidFill>
                  <a:schemeClr val="lt1"/>
                </a:solidFill>
                <a:effectLst/>
                <a:uFillTx/>
                <a:latin typeface="Calibri"/>
              </a:rPr>
              <a:t>Click to edit Master text styles</a:t>
            </a:r>
            <a:endParaRPr b="0" lang="en-US" sz="1800" strike="noStrike" u="none">
              <a:solidFill>
                <a:srgbClr val="000000"/>
              </a:solidFill>
              <a:effectLst/>
              <a:uFillTx/>
              <a:latin typeface="Arial"/>
            </a:endParaRPr>
          </a:p>
          <a:p>
            <a:pPr lvl="1" marL="685800" indent="-228600" defTabSz="914400">
              <a:lnSpc>
                <a:spcPct val="90000"/>
              </a:lnSpc>
              <a:spcBef>
                <a:spcPts val="499"/>
              </a:spcBef>
              <a:buClr>
                <a:srgbClr val="ffffff"/>
              </a:buClr>
              <a:buFont typeface="Arial"/>
              <a:buChar char="•"/>
            </a:pPr>
            <a:r>
              <a:rPr b="0" lang="en-US" sz="1600" strike="noStrike" u="none">
                <a:solidFill>
                  <a:schemeClr val="lt1"/>
                </a:solidFill>
                <a:effectLst/>
                <a:uFillTx/>
                <a:latin typeface="Calibri"/>
              </a:rPr>
              <a:t>Second level</a:t>
            </a:r>
            <a:endParaRPr b="0" lang="en-US" sz="1600" strike="noStrike" u="none">
              <a:solidFill>
                <a:srgbClr val="000000"/>
              </a:solidFill>
              <a:effectLst/>
              <a:uFillTx/>
              <a:latin typeface="Arial"/>
            </a:endParaRPr>
          </a:p>
          <a:p>
            <a:pPr lvl="2" marL="1143000" indent="-228600" defTabSz="914400">
              <a:lnSpc>
                <a:spcPct val="90000"/>
              </a:lnSpc>
              <a:spcBef>
                <a:spcPts val="499"/>
              </a:spcBef>
              <a:buClr>
                <a:srgbClr val="ffffff"/>
              </a:buClr>
              <a:buFont typeface="Arial"/>
              <a:buChar char="•"/>
            </a:pPr>
            <a:r>
              <a:rPr b="0" lang="en-US" sz="1400" strike="noStrike" u="none">
                <a:solidFill>
                  <a:schemeClr val="lt1"/>
                </a:solidFill>
                <a:effectLst/>
                <a:uFillTx/>
                <a:latin typeface="Calibri"/>
              </a:rPr>
              <a:t>Third level</a:t>
            </a:r>
            <a:endParaRPr b="0" lang="en-US" sz="1400" strike="noStrike" u="none">
              <a:solidFill>
                <a:srgbClr val="000000"/>
              </a:solidFill>
              <a:effectLst/>
              <a:uFillTx/>
              <a:latin typeface="Arial"/>
            </a:endParaRPr>
          </a:p>
          <a:p>
            <a:pPr lvl="3" marL="1600200" indent="-228600" defTabSz="914400">
              <a:lnSpc>
                <a:spcPct val="90000"/>
              </a:lnSpc>
              <a:spcBef>
                <a:spcPts val="499"/>
              </a:spcBef>
              <a:buClr>
                <a:srgbClr val="ffffff"/>
              </a:buClr>
              <a:buFont typeface="Arial"/>
              <a:buChar char="•"/>
            </a:pPr>
            <a:r>
              <a:rPr b="0" lang="en-US" sz="1200" strike="noStrike" u="none">
                <a:solidFill>
                  <a:schemeClr val="lt1"/>
                </a:solidFill>
                <a:effectLst/>
                <a:uFillTx/>
                <a:latin typeface="Calibri"/>
              </a:rPr>
              <a:t>Fourth level</a:t>
            </a:r>
            <a:endParaRPr b="0" lang="en-US" sz="1200" strike="noStrike" u="none">
              <a:solidFill>
                <a:srgbClr val="000000"/>
              </a:solidFill>
              <a:effectLst/>
              <a:uFillTx/>
              <a:latin typeface="Arial"/>
            </a:endParaRPr>
          </a:p>
          <a:p>
            <a:pPr lvl="4" marL="2057400" indent="-228600" defTabSz="914400">
              <a:lnSpc>
                <a:spcPct val="90000"/>
              </a:lnSpc>
              <a:spcBef>
                <a:spcPts val="499"/>
              </a:spcBef>
              <a:buClr>
                <a:srgbClr val="ffffff"/>
              </a:buClr>
              <a:buFont typeface="Arial"/>
              <a:buChar char="•"/>
            </a:pPr>
            <a:r>
              <a:rPr b="0" lang="en-US" sz="1200" strike="noStrike" u="none">
                <a:solidFill>
                  <a:schemeClr val="lt1"/>
                </a:solidFill>
                <a:effectLst/>
                <a:uFillTx/>
                <a:latin typeface="Calibri"/>
              </a:rPr>
              <a:t>Fifth level</a:t>
            </a:r>
            <a:endParaRPr b="0" lang="en-US" sz="1200" strike="noStrike" u="none">
              <a:solidFill>
                <a:srgbClr val="000000"/>
              </a:solidFill>
              <a:effectLst/>
              <a:uFillTx/>
              <a:latin typeface="Arial"/>
            </a:endParaRPr>
          </a:p>
        </p:txBody>
      </p:sp>
      <p:sp>
        <p:nvSpPr>
          <p:cNvPr id="36" name="PlaceHolder 4"/>
          <p:cNvSpPr>
            <a:spLocks noGrp="1"/>
          </p:cNvSpPr>
          <p:nvPr>
            <p:ph type="body"/>
          </p:nvPr>
        </p:nvSpPr>
        <p:spPr>
          <a:xfrm>
            <a:off x="8321040" y="3529440"/>
            <a:ext cx="3016800" cy="2102400"/>
          </a:xfrm>
          <a:prstGeom prst="rect">
            <a:avLst/>
          </a:prstGeom>
          <a:noFill/>
          <a:ln w="0">
            <a:noFill/>
          </a:ln>
        </p:spPr>
        <p:txBody>
          <a:bodyPr lIns="91440" rIns="91440" tIns="45720" bIns="45720" anchor="t">
            <a:noAutofit/>
          </a:bodyPr>
          <a:p>
            <a:pPr indent="0" algn="ctr" defTabSz="914400">
              <a:lnSpc>
                <a:spcPct val="90000"/>
              </a:lnSpc>
              <a:spcBef>
                <a:spcPts val="1001"/>
              </a:spcBef>
              <a:buNone/>
              <a:tabLst>
                <a:tab algn="l" pos="0"/>
              </a:tabLst>
            </a:pPr>
            <a:r>
              <a:rPr b="0" lang="en-US" sz="1800" strike="noStrike" u="none">
                <a:solidFill>
                  <a:schemeClr val="lt1"/>
                </a:solidFill>
                <a:effectLst/>
                <a:uFillTx/>
                <a:latin typeface="Calibri"/>
              </a:rPr>
              <a:t>Click to edit Master text styles</a:t>
            </a:r>
            <a:endParaRPr b="0" lang="en-US" sz="1800" strike="noStrike" u="none">
              <a:solidFill>
                <a:srgbClr val="000000"/>
              </a:solidFill>
              <a:effectLst/>
              <a:uFillTx/>
              <a:latin typeface="Arial"/>
            </a:endParaRPr>
          </a:p>
          <a:p>
            <a:pPr lvl="1" marL="685800" indent="-228600" defTabSz="914400">
              <a:lnSpc>
                <a:spcPct val="90000"/>
              </a:lnSpc>
              <a:spcBef>
                <a:spcPts val="499"/>
              </a:spcBef>
              <a:buClr>
                <a:srgbClr val="ffffff"/>
              </a:buClr>
              <a:buFont typeface="Arial"/>
              <a:buChar char="•"/>
              <a:tabLst>
                <a:tab algn="l" pos="0"/>
              </a:tabLst>
            </a:pPr>
            <a:r>
              <a:rPr b="0" lang="en-US" sz="1600" strike="noStrike" u="none">
                <a:solidFill>
                  <a:schemeClr val="lt1"/>
                </a:solidFill>
                <a:effectLst/>
                <a:uFillTx/>
                <a:latin typeface="Calibri"/>
              </a:rPr>
              <a:t>Second level</a:t>
            </a:r>
            <a:endParaRPr b="0" lang="en-US" sz="1600" strike="noStrike" u="none">
              <a:solidFill>
                <a:srgbClr val="000000"/>
              </a:solidFill>
              <a:effectLst/>
              <a:uFillTx/>
              <a:latin typeface="Arial"/>
            </a:endParaRPr>
          </a:p>
          <a:p>
            <a:pPr lvl="2" marL="1143000" indent="-228600" defTabSz="914400">
              <a:lnSpc>
                <a:spcPct val="90000"/>
              </a:lnSpc>
              <a:spcBef>
                <a:spcPts val="499"/>
              </a:spcBef>
              <a:buClr>
                <a:srgbClr val="ffffff"/>
              </a:buClr>
              <a:buFont typeface="Arial"/>
              <a:buChar char="•"/>
              <a:tabLst>
                <a:tab algn="l" pos="0"/>
              </a:tabLst>
            </a:pPr>
            <a:r>
              <a:rPr b="0" lang="en-US" sz="1400" strike="noStrike" u="none">
                <a:solidFill>
                  <a:schemeClr val="lt1"/>
                </a:solidFill>
                <a:effectLst/>
                <a:uFillTx/>
                <a:latin typeface="Calibri"/>
              </a:rPr>
              <a:t>Third level</a:t>
            </a:r>
            <a:endParaRPr b="0" lang="en-US" sz="1400" strike="noStrike" u="none">
              <a:solidFill>
                <a:srgbClr val="000000"/>
              </a:solidFill>
              <a:effectLst/>
              <a:uFillTx/>
              <a:latin typeface="Arial"/>
            </a:endParaRPr>
          </a:p>
          <a:p>
            <a:pPr lvl="3" marL="1600200" indent="-228600" defTabSz="914400">
              <a:lnSpc>
                <a:spcPct val="90000"/>
              </a:lnSpc>
              <a:spcBef>
                <a:spcPts val="499"/>
              </a:spcBef>
              <a:buClr>
                <a:srgbClr val="ffffff"/>
              </a:buClr>
              <a:buFont typeface="Arial"/>
              <a:buChar char="•"/>
              <a:tabLst>
                <a:tab algn="l" pos="0"/>
              </a:tabLst>
            </a:pPr>
            <a:r>
              <a:rPr b="0" lang="en-US" sz="1200" strike="noStrike" u="none">
                <a:solidFill>
                  <a:schemeClr val="lt1"/>
                </a:solidFill>
                <a:effectLst/>
                <a:uFillTx/>
                <a:latin typeface="Calibri"/>
              </a:rPr>
              <a:t>Fourth level</a:t>
            </a:r>
            <a:endParaRPr b="0" lang="en-US" sz="1200" strike="noStrike" u="none">
              <a:solidFill>
                <a:srgbClr val="000000"/>
              </a:solidFill>
              <a:effectLst/>
              <a:uFillTx/>
              <a:latin typeface="Arial"/>
            </a:endParaRPr>
          </a:p>
          <a:p>
            <a:pPr lvl="4" marL="2057400" indent="-228600" defTabSz="914400">
              <a:lnSpc>
                <a:spcPct val="90000"/>
              </a:lnSpc>
              <a:spcBef>
                <a:spcPts val="499"/>
              </a:spcBef>
              <a:buClr>
                <a:srgbClr val="ffffff"/>
              </a:buClr>
              <a:buFont typeface="Arial"/>
              <a:buChar char="•"/>
              <a:tabLst>
                <a:tab algn="l" pos="0"/>
              </a:tabLst>
            </a:pPr>
            <a:r>
              <a:rPr b="0" lang="en-US" sz="1200" strike="noStrike" u="none">
                <a:solidFill>
                  <a:schemeClr val="lt1"/>
                </a:solidFill>
                <a:effectLst/>
                <a:uFillTx/>
                <a:latin typeface="Calibri"/>
              </a:rPr>
              <a:t>Fifth level</a:t>
            </a:r>
            <a:endParaRPr b="0" lang="en-US" sz="1200" strike="noStrike" u="none">
              <a:solidFill>
                <a:srgbClr val="000000"/>
              </a:solidFill>
              <a:effectLst/>
              <a:uFillTx/>
              <a:latin typeface="Arial"/>
            </a:endParaRPr>
          </a:p>
        </p:txBody>
      </p:sp>
      <p:sp>
        <p:nvSpPr>
          <p:cNvPr id="37" name="PlaceHolder 5"/>
          <p:cNvSpPr>
            <a:spLocks noGrp="1"/>
          </p:cNvSpPr>
          <p:nvPr>
            <p:ph type="ftr" idx="12"/>
          </p:nvPr>
        </p:nvSpPr>
        <p:spPr>
          <a:xfrm>
            <a:off x="173880" y="625464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38" name="PlaceHolder 6"/>
          <p:cNvSpPr>
            <a:spLocks noGrp="1"/>
          </p:cNvSpPr>
          <p:nvPr>
            <p:ph type="sldNum" idx="13"/>
          </p:nvPr>
        </p:nvSpPr>
        <p:spPr>
          <a:xfrm>
            <a:off x="8610480" y="6356520"/>
            <a:ext cx="274248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lt1">
                    <a:tint val="75000"/>
                  </a:schemeClr>
                </a:solidFill>
                <a:effectLst/>
                <a:uFillTx/>
                <a:latin typeface="Calibri"/>
              </a:defRPr>
            </a:lvl1pPr>
          </a:lstStyle>
          <a:p>
            <a:pPr indent="0" algn="r" defTabSz="457200">
              <a:lnSpc>
                <a:spcPct val="100000"/>
              </a:lnSpc>
              <a:buNone/>
              <a:tabLst>
                <a:tab algn="l" pos="0"/>
              </a:tabLst>
            </a:pPr>
            <a:fld id="{FB85532C-4A23-4C17-8D3B-103CA6A5F8BA}" type="slidenum">
              <a:rPr b="0" lang="en-US" sz="1200" strike="noStrike" u="none">
                <a:solidFill>
                  <a:schemeClr val="lt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losing">
    <p:bg>
      <p:bgPr>
        <a:solidFill>
          <a:srgbClr val="ffffff"/>
        </a:solidFill>
      </p:bgPr>
    </p:bg>
    <p:spTree>
      <p:nvGrpSpPr>
        <p:cNvPr id="1" name=""/>
        <p:cNvGrpSpPr/>
        <p:nvPr/>
      </p:nvGrpSpPr>
      <p:grpSpPr>
        <a:xfrm>
          <a:off x="0" y="0"/>
          <a:ext cx="0" cy="0"/>
          <a:chOff x="0" y="0"/>
          <a:chExt cx="0" cy="0"/>
        </a:xfrm>
      </p:grpSpPr>
      <p:sp>
        <p:nvSpPr>
          <p:cNvPr id="39" name="PlaceHolder 1"/>
          <p:cNvSpPr>
            <a:spLocks noGrp="1"/>
          </p:cNvSpPr>
          <p:nvPr>
            <p:ph type="title"/>
          </p:nvPr>
        </p:nvSpPr>
        <p:spPr>
          <a:xfrm>
            <a:off x="822960" y="822960"/>
            <a:ext cx="6125760" cy="1919520"/>
          </a:xfrm>
          <a:prstGeom prst="rect">
            <a:avLst/>
          </a:prstGeom>
          <a:noFill/>
          <a:ln w="0">
            <a:noFill/>
          </a:ln>
        </p:spPr>
        <p:txBody>
          <a:bodyPr lIns="91440" rIns="91440" tIns="45720" bIns="45720" anchor="b">
            <a:normAutofit/>
          </a:bodyPr>
          <a:p>
            <a:pPr indent="0" defTabSz="914400">
              <a:lnSpc>
                <a:spcPct val="90000"/>
              </a:lnSpc>
              <a:buNone/>
              <a:tabLst>
                <a:tab algn="l" pos="0"/>
              </a:tabLst>
            </a:pPr>
            <a:r>
              <a:rPr b="1" lang="en-US" sz="3200" strike="noStrike" u="none">
                <a:solidFill>
                  <a:schemeClr val="lt1"/>
                </a:solidFill>
                <a:effectLst/>
                <a:uFillTx/>
                <a:latin typeface="Calibri Light"/>
              </a:rPr>
              <a:t>click to edit master title style</a:t>
            </a:r>
            <a:endParaRPr b="0" lang="en-US" sz="3200" strike="noStrike" u="none">
              <a:solidFill>
                <a:srgbClr val="000000"/>
              </a:solidFill>
              <a:effectLst/>
              <a:uFillTx/>
              <a:latin typeface="Arial"/>
            </a:endParaRPr>
          </a:p>
        </p:txBody>
      </p:sp>
      <p:sp>
        <p:nvSpPr>
          <p:cNvPr id="40" name="PlaceHolder 2"/>
          <p:cNvSpPr>
            <a:spLocks noGrp="1"/>
          </p:cNvSpPr>
          <p:nvPr>
            <p:ph type="body"/>
          </p:nvPr>
        </p:nvSpPr>
        <p:spPr>
          <a:xfrm>
            <a:off x="7242120" y="822960"/>
            <a:ext cx="4068360" cy="1901160"/>
          </a:xfrm>
          <a:prstGeom prst="rect">
            <a:avLst/>
          </a:prstGeom>
          <a:noFill/>
          <a:ln w="0">
            <a:noFill/>
          </a:ln>
        </p:spPr>
        <p:txBody>
          <a:bodyPr lIns="91440" rIns="91440" tIns="45720" bIns="45720" anchor="t">
            <a:noAutofit/>
          </a:bodyPr>
          <a:p>
            <a:pPr indent="0" defTabSz="914400">
              <a:lnSpc>
                <a:spcPct val="150000"/>
              </a:lnSpc>
              <a:spcAft>
                <a:spcPts val="601"/>
              </a:spcAft>
              <a:buNone/>
              <a:tabLst>
                <a:tab algn="l" pos="0"/>
              </a:tabLst>
            </a:pPr>
            <a:r>
              <a:rPr b="0" lang="en-US" sz="1800" strike="noStrike" u="none">
                <a:solidFill>
                  <a:schemeClr val="lt1"/>
                </a:solidFill>
                <a:effectLst/>
                <a:uFillTx/>
                <a:latin typeface="Calibri"/>
              </a:rPr>
              <a:t>Click to edit Master text styles</a:t>
            </a:r>
            <a:endParaRPr b="0" lang="en-US" sz="1800" strike="noStrike" u="none">
              <a:solidFill>
                <a:srgbClr val="000000"/>
              </a:solidFill>
              <a:effectLst/>
              <a:uFillTx/>
              <a:latin typeface="Arial"/>
            </a:endParaRPr>
          </a:p>
          <a:p>
            <a:pPr lvl="1" marL="283320" indent="-228600" defTabSz="914400">
              <a:lnSpc>
                <a:spcPct val="90000"/>
              </a:lnSpc>
              <a:spcBef>
                <a:spcPts val="499"/>
              </a:spcBef>
              <a:buClr>
                <a:srgbClr val="ffffff"/>
              </a:buClr>
              <a:buFont typeface="Arial"/>
              <a:buChar char="•"/>
              <a:tabLst>
                <a:tab algn="l" pos="0"/>
              </a:tabLst>
            </a:pPr>
            <a:r>
              <a:rPr b="0" lang="en-US" sz="1600" strike="noStrike" u="none">
                <a:solidFill>
                  <a:schemeClr val="lt1"/>
                </a:solidFill>
                <a:effectLst/>
                <a:uFillTx/>
                <a:latin typeface="Calibri"/>
              </a:rPr>
              <a:t>Second level</a:t>
            </a:r>
            <a:endParaRPr b="0" lang="en-US" sz="1600" strike="noStrike" u="none">
              <a:solidFill>
                <a:srgbClr val="000000"/>
              </a:solidFill>
              <a:effectLst/>
              <a:uFillTx/>
              <a:latin typeface="Arial"/>
            </a:endParaRPr>
          </a:p>
          <a:p>
            <a:pPr lvl="2" marL="567000" indent="-228600" defTabSz="914400">
              <a:lnSpc>
                <a:spcPct val="90000"/>
              </a:lnSpc>
              <a:spcBef>
                <a:spcPts val="499"/>
              </a:spcBef>
              <a:buClr>
                <a:srgbClr val="ffffff"/>
              </a:buClr>
              <a:buFont typeface="Arial"/>
              <a:buChar char="•"/>
              <a:tabLst>
                <a:tab algn="l" pos="0"/>
              </a:tabLst>
            </a:pPr>
            <a:r>
              <a:rPr b="0" lang="en-US" sz="1400" strike="noStrike" u="none">
                <a:solidFill>
                  <a:schemeClr val="lt1"/>
                </a:solidFill>
                <a:effectLst/>
                <a:uFillTx/>
                <a:latin typeface="Calibri"/>
              </a:rPr>
              <a:t>Third level</a:t>
            </a:r>
            <a:endParaRPr b="0" lang="en-US" sz="1400" strike="noStrike" u="none">
              <a:solidFill>
                <a:srgbClr val="000000"/>
              </a:solidFill>
              <a:effectLst/>
              <a:uFillTx/>
              <a:latin typeface="Arial"/>
            </a:endParaRPr>
          </a:p>
          <a:p>
            <a:pPr lvl="3" marL="859680" indent="-228600" defTabSz="914400">
              <a:lnSpc>
                <a:spcPct val="90000"/>
              </a:lnSpc>
              <a:spcBef>
                <a:spcPts val="499"/>
              </a:spcBef>
              <a:buClr>
                <a:srgbClr val="ffffff"/>
              </a:buClr>
              <a:buFont typeface="Arial"/>
              <a:buChar char="•"/>
              <a:tabLst>
                <a:tab algn="l" pos="0"/>
              </a:tabLst>
            </a:pPr>
            <a:r>
              <a:rPr b="0" lang="en-US" sz="1200" strike="noStrike" u="none">
                <a:solidFill>
                  <a:schemeClr val="lt1"/>
                </a:solidFill>
                <a:effectLst/>
                <a:uFillTx/>
                <a:latin typeface="Calibri"/>
              </a:rPr>
              <a:t>Fourth level</a:t>
            </a:r>
            <a:endParaRPr b="0" lang="en-US" sz="1200" strike="noStrike" u="none">
              <a:solidFill>
                <a:srgbClr val="000000"/>
              </a:solidFill>
              <a:effectLst/>
              <a:uFillTx/>
              <a:latin typeface="Arial"/>
            </a:endParaRPr>
          </a:p>
          <a:p>
            <a:pPr lvl="4" marL="1152000" indent="-228600" defTabSz="914400">
              <a:lnSpc>
                <a:spcPct val="90000"/>
              </a:lnSpc>
              <a:spcBef>
                <a:spcPts val="499"/>
              </a:spcBef>
              <a:buClr>
                <a:srgbClr val="ffffff"/>
              </a:buClr>
              <a:buFont typeface="Arial"/>
              <a:buChar char="•"/>
              <a:tabLst>
                <a:tab algn="l" pos="0"/>
              </a:tabLst>
            </a:pPr>
            <a:r>
              <a:rPr b="0" lang="en-US" sz="1200" strike="noStrike" u="none">
                <a:solidFill>
                  <a:schemeClr val="lt1"/>
                </a:solidFill>
                <a:effectLst/>
                <a:uFillTx/>
                <a:latin typeface="Calibri"/>
              </a:rPr>
              <a:t>Fifth level</a:t>
            </a:r>
            <a:endParaRPr b="0" lang="en-US" sz="1200" strike="noStrike" u="none">
              <a:solidFill>
                <a:srgbClr val="000000"/>
              </a:solidFill>
              <a:effectLst/>
              <a:uFillTx/>
              <a:latin typeface="Arial"/>
            </a:endParaRPr>
          </a:p>
        </p:txBody>
      </p:sp>
      <p:sp>
        <p:nvSpPr>
          <p:cNvPr id="41" name="PlaceHolder 3"/>
          <p:cNvSpPr>
            <a:spLocks noGrp="1"/>
          </p:cNvSpPr>
          <p:nvPr>
            <p:ph type="body"/>
          </p:nvPr>
        </p:nvSpPr>
        <p:spPr>
          <a:xfrm>
            <a:off x="0" y="3557160"/>
            <a:ext cx="12191400" cy="3300120"/>
          </a:xfrm>
          <a:prstGeom prst="rect">
            <a:avLst/>
          </a:prstGeom>
          <a:solidFill>
            <a:schemeClr val="accent4">
              <a:lumMod val="75000"/>
            </a:schemeClr>
          </a:solidFill>
          <a:ln w="0">
            <a:noFill/>
          </a:ln>
        </p:spPr>
        <p:txBody>
          <a:bodyPr lIns="90000" rIns="90000" tIns="45000" bIns="45000" anchor="ctr">
            <a:noAutofit/>
          </a:bodyPr>
          <a:p>
            <a:pPr indent="0" algn="ctr" defTabSz="457200">
              <a:lnSpc>
                <a:spcPct val="100000"/>
              </a:lnSpc>
              <a:buNone/>
              <a:tabLst>
                <a:tab algn="l" pos="0"/>
              </a:tabLst>
            </a:pPr>
            <a:r>
              <a:rPr b="0" lang="en-US" sz="1800" strike="noStrike" u="none">
                <a:solidFill>
                  <a:schemeClr val="lt1"/>
                </a:solidFill>
                <a:effectLst/>
                <a:uFillTx/>
                <a:latin typeface="Calibri"/>
              </a:rPr>
              <a:t>Click icon to add picture</a:t>
            </a:r>
            <a:endParaRPr b="0" lang="en-US" sz="1800" strike="noStrike" u="none">
              <a:solidFill>
                <a:srgbClr val="ffffff"/>
              </a:solidFill>
              <a:effectLst/>
              <a:uFillTx/>
              <a:latin typeface="Arial"/>
            </a:endParaRPr>
          </a:p>
        </p:txBody>
      </p:sp>
      <p:sp>
        <p:nvSpPr>
          <p:cNvPr id="42" name="PlaceHolder 4"/>
          <p:cNvSpPr>
            <a:spLocks noGrp="1"/>
          </p:cNvSpPr>
          <p:nvPr>
            <p:ph type="ftr" idx="14"/>
          </p:nvPr>
        </p:nvSpPr>
        <p:spPr>
          <a:xfrm>
            <a:off x="173880" y="625464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43" name="PlaceHolder 5"/>
          <p:cNvSpPr>
            <a:spLocks noGrp="1"/>
          </p:cNvSpPr>
          <p:nvPr>
            <p:ph type="sldNum" idx="15"/>
          </p:nvPr>
        </p:nvSpPr>
        <p:spPr>
          <a:xfrm>
            <a:off x="8610480" y="6356520"/>
            <a:ext cx="274248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lt1">
                    <a:tint val="75000"/>
                    <a:alpha val="78000"/>
                  </a:schemeClr>
                </a:solidFill>
                <a:effectLst/>
                <a:uFillTx/>
                <a:latin typeface="Calibri"/>
              </a:defRPr>
            </a:lvl1pPr>
          </a:lstStyle>
          <a:p>
            <a:pPr indent="0" algn="r" defTabSz="457200">
              <a:lnSpc>
                <a:spcPct val="100000"/>
              </a:lnSpc>
              <a:buNone/>
              <a:tabLst>
                <a:tab algn="l" pos="0"/>
              </a:tabLst>
            </a:pPr>
            <a:fld id="{7B3CE660-E3F2-49DF-A3E5-6F19D1D25A11}" type="slidenum">
              <a:rPr b="0" lang="en-US" sz="1200" strike="noStrike" u="none">
                <a:solidFill>
                  <a:schemeClr val="lt1">
                    <a:tint val="75000"/>
                    <a:alpha val="78000"/>
                  </a:schemeClr>
                </a:solidFill>
                <a:effectLst/>
                <a:uFillTx/>
                <a:latin typeface="Calibri"/>
              </a:rPr>
              <a:t>&lt;number&gt;</a:t>
            </a:fld>
            <a:endParaRPr b="0" lang="en-US" sz="1200" strike="noStrike" u="non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44" name="PlaceHolder 1"/>
          <p:cNvSpPr>
            <a:spLocks noGrp="1"/>
          </p:cNvSpPr>
          <p:nvPr>
            <p:ph type="title"/>
          </p:nvPr>
        </p:nvSpPr>
        <p:spPr>
          <a:xfrm>
            <a:off x="831960" y="1709640"/>
            <a:ext cx="10514880" cy="2851920"/>
          </a:xfrm>
          <a:prstGeom prst="rect">
            <a:avLst/>
          </a:prstGeom>
          <a:noFill/>
          <a:ln w="0">
            <a:noFill/>
          </a:ln>
        </p:spPr>
        <p:txBody>
          <a:bodyPr lIns="91440" rIns="91440" tIns="45720" bIns="45720" anchor="b">
            <a:noAutofit/>
          </a:bodyPr>
          <a:p>
            <a:pPr indent="0" defTabSz="914400">
              <a:lnSpc>
                <a:spcPct val="90000"/>
              </a:lnSpc>
              <a:buNone/>
              <a:tabLst>
                <a:tab algn="l" pos="0"/>
              </a:tabLst>
            </a:pPr>
            <a:r>
              <a:rPr b="0" lang="en-US" sz="6000" strike="noStrike" u="none">
                <a:solidFill>
                  <a:schemeClr val="dk1"/>
                </a:solidFill>
                <a:effectLst/>
                <a:uFillTx/>
                <a:latin typeface="Calibri Light"/>
              </a:rPr>
              <a:t>Click to edit Master title style</a:t>
            </a:r>
            <a:endParaRPr b="0" lang="en-US" sz="6000" strike="noStrike" u="none">
              <a:solidFill>
                <a:srgbClr val="000000"/>
              </a:solidFill>
              <a:effectLst/>
              <a:uFillTx/>
              <a:latin typeface="Arial"/>
            </a:endParaRPr>
          </a:p>
        </p:txBody>
      </p:sp>
      <p:sp>
        <p:nvSpPr>
          <p:cNvPr id="45" name="PlaceHolder 2"/>
          <p:cNvSpPr>
            <a:spLocks noGrp="1"/>
          </p:cNvSpPr>
          <p:nvPr>
            <p:ph type="body"/>
          </p:nvPr>
        </p:nvSpPr>
        <p:spPr>
          <a:xfrm>
            <a:off x="831960" y="4589640"/>
            <a:ext cx="10514880" cy="149940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en-US" sz="2400" strike="noStrike" u="none">
                <a:solidFill>
                  <a:schemeClr val="dk1">
                    <a:tint val="75000"/>
                  </a:schemeClr>
                </a:solidFill>
                <a:effectLst/>
                <a:uFillTx/>
                <a:latin typeface="Calibri"/>
              </a:rPr>
              <a:t>Click to edit Master text styles</a:t>
            </a:r>
            <a:endParaRPr b="0" lang="en-US" sz="2400" strike="noStrike" u="none">
              <a:solidFill>
                <a:srgbClr val="000000"/>
              </a:solidFill>
              <a:effectLst/>
              <a:uFillTx/>
              <a:latin typeface="Arial"/>
            </a:endParaRPr>
          </a:p>
        </p:txBody>
      </p:sp>
      <p:sp>
        <p:nvSpPr>
          <p:cNvPr id="46" name="PlaceHolder 3"/>
          <p:cNvSpPr>
            <a:spLocks noGrp="1"/>
          </p:cNvSpPr>
          <p:nvPr>
            <p:ph type="dt" idx="16"/>
          </p:nvPr>
        </p:nvSpPr>
        <p:spPr>
          <a:xfrm>
            <a:off x="838080" y="6356520"/>
            <a:ext cx="2742480" cy="36432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200" strike="noStrike" u="none">
                <a:solidFill>
                  <a:schemeClr val="dk1">
                    <a:tint val="75000"/>
                  </a:schemeClr>
                </a:solidFill>
                <a:effectLst/>
                <a:uFillTx/>
                <a:latin typeface="Calibri"/>
              </a:defRPr>
            </a:lvl1pPr>
          </a:lstStyle>
          <a:p>
            <a:pPr indent="0" defTabSz="457200">
              <a:lnSpc>
                <a:spcPct val="100000"/>
              </a:lnSpc>
              <a:buNone/>
              <a:tabLst>
                <a:tab algn="l" pos="0"/>
              </a:tabLst>
            </a:pPr>
            <a:r>
              <a:rPr b="0" lang="en-US" sz="1200" strike="noStrike" u="none">
                <a:solidFill>
                  <a:schemeClr val="dk1">
                    <a:tint val="75000"/>
                  </a:schemeClr>
                </a:solidFill>
                <a:effectLst/>
                <a:uFillTx/>
                <a:latin typeface="Calibri"/>
              </a:rPr>
              <a:t>&lt;date/time&gt;</a:t>
            </a:r>
            <a:endParaRPr b="0" lang="en-US" sz="1200" strike="noStrike" u="none">
              <a:solidFill>
                <a:srgbClr val="000000"/>
              </a:solidFill>
              <a:effectLst/>
              <a:uFillTx/>
              <a:latin typeface="Times New Roman"/>
            </a:endParaRPr>
          </a:p>
        </p:txBody>
      </p:sp>
      <p:sp>
        <p:nvSpPr>
          <p:cNvPr id="47" name="PlaceHolder 4"/>
          <p:cNvSpPr>
            <a:spLocks noGrp="1"/>
          </p:cNvSpPr>
          <p:nvPr>
            <p:ph type="ftr" idx="17"/>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48" name="PlaceHolder 5"/>
          <p:cNvSpPr>
            <a:spLocks noGrp="1"/>
          </p:cNvSpPr>
          <p:nvPr>
            <p:ph type="sldNum" idx="18"/>
          </p:nvPr>
        </p:nvSpPr>
        <p:spPr>
          <a:xfrm>
            <a:off x="8610480" y="6356520"/>
            <a:ext cx="274248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dk1">
                    <a:tint val="75000"/>
                  </a:schemeClr>
                </a:solidFill>
                <a:effectLst/>
                <a:uFillTx/>
                <a:latin typeface="Calibri"/>
              </a:defRPr>
            </a:lvl1pPr>
          </a:lstStyle>
          <a:p>
            <a:pPr indent="0" algn="r" defTabSz="457200">
              <a:lnSpc>
                <a:spcPct val="100000"/>
              </a:lnSpc>
              <a:buNone/>
              <a:tabLst>
                <a:tab algn="l" pos="0"/>
              </a:tabLst>
            </a:pPr>
            <a:fld id="{3F06E6BB-6C9F-4985-9F71-0E81BA1AD3ED}"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1523880" y="1122480"/>
            <a:ext cx="9143280" cy="2386800"/>
          </a:xfrm>
          <a:prstGeom prst="rect">
            <a:avLst/>
          </a:prstGeom>
          <a:noFill/>
          <a:ln w="0">
            <a:noFill/>
          </a:ln>
        </p:spPr>
        <p:txBody>
          <a:bodyPr lIns="91440" rIns="91440" tIns="45720" bIns="45720" anchor="b">
            <a:noAutofit/>
          </a:bodyPr>
          <a:p>
            <a:pPr indent="0" algn="ctr" defTabSz="914400">
              <a:lnSpc>
                <a:spcPct val="90000"/>
              </a:lnSpc>
              <a:buNone/>
              <a:tabLst>
                <a:tab algn="l" pos="0"/>
              </a:tabLst>
            </a:pPr>
            <a:r>
              <a:rPr b="0" lang="en-US" sz="6000" strike="noStrike" u="none">
                <a:solidFill>
                  <a:schemeClr val="dk1"/>
                </a:solidFill>
                <a:effectLst/>
                <a:uFillTx/>
                <a:latin typeface="Calibri Light"/>
              </a:rPr>
              <a:t>Click to edit Master title style</a:t>
            </a:r>
            <a:endParaRPr b="0" lang="en-US" sz="6000" strike="noStrike" u="none">
              <a:solidFill>
                <a:srgbClr val="000000"/>
              </a:solidFill>
              <a:effectLst/>
              <a:uFillTx/>
              <a:latin typeface="Arial"/>
            </a:endParaRPr>
          </a:p>
        </p:txBody>
      </p:sp>
      <p:sp>
        <p:nvSpPr>
          <p:cNvPr id="50" name="PlaceHolder 2"/>
          <p:cNvSpPr>
            <a:spLocks noGrp="1"/>
          </p:cNvSpPr>
          <p:nvPr>
            <p:ph type="dt" idx="19"/>
          </p:nvPr>
        </p:nvSpPr>
        <p:spPr>
          <a:xfrm>
            <a:off x="838080" y="6356520"/>
            <a:ext cx="2742480" cy="36432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200" strike="noStrike" u="none">
                <a:solidFill>
                  <a:schemeClr val="dk1">
                    <a:tint val="75000"/>
                  </a:schemeClr>
                </a:solidFill>
                <a:effectLst/>
                <a:uFillTx/>
                <a:latin typeface="Calibri"/>
              </a:defRPr>
            </a:lvl1pPr>
          </a:lstStyle>
          <a:p>
            <a:pPr indent="0" defTabSz="457200">
              <a:lnSpc>
                <a:spcPct val="100000"/>
              </a:lnSpc>
              <a:buNone/>
              <a:tabLst>
                <a:tab algn="l" pos="0"/>
              </a:tabLst>
            </a:pPr>
            <a:r>
              <a:rPr b="0" lang="en-US" sz="1200" strike="noStrike" u="none">
                <a:solidFill>
                  <a:schemeClr val="dk1">
                    <a:tint val="75000"/>
                  </a:schemeClr>
                </a:solidFill>
                <a:effectLst/>
                <a:uFillTx/>
                <a:latin typeface="Calibri"/>
              </a:rPr>
              <a:t>&lt;date/time&gt;</a:t>
            </a:r>
            <a:endParaRPr b="0" lang="en-US" sz="1200" strike="noStrike" u="none">
              <a:solidFill>
                <a:srgbClr val="000000"/>
              </a:solidFill>
              <a:effectLst/>
              <a:uFillTx/>
              <a:latin typeface="Times New Roman"/>
            </a:endParaRPr>
          </a:p>
        </p:txBody>
      </p:sp>
      <p:sp>
        <p:nvSpPr>
          <p:cNvPr id="51" name="PlaceHolder 3"/>
          <p:cNvSpPr>
            <a:spLocks noGrp="1"/>
          </p:cNvSpPr>
          <p:nvPr>
            <p:ph type="ftr" idx="20"/>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52" name="PlaceHolder 4"/>
          <p:cNvSpPr>
            <a:spLocks noGrp="1"/>
          </p:cNvSpPr>
          <p:nvPr>
            <p:ph type="sldNum" idx="21"/>
          </p:nvPr>
        </p:nvSpPr>
        <p:spPr>
          <a:xfrm>
            <a:off x="8610480" y="6356520"/>
            <a:ext cx="274248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dk1">
                    <a:tint val="75000"/>
                  </a:schemeClr>
                </a:solidFill>
                <a:effectLst/>
                <a:uFillTx/>
                <a:latin typeface="Calibri"/>
              </a:defRPr>
            </a:lvl1pPr>
          </a:lstStyle>
          <a:p>
            <a:pPr indent="0" algn="r" defTabSz="457200">
              <a:lnSpc>
                <a:spcPct val="100000"/>
              </a:lnSpc>
              <a:buNone/>
              <a:tabLst>
                <a:tab algn="l" pos="0"/>
              </a:tabLst>
            </a:pPr>
            <a:fld id="{F8DDDFDC-6F54-41B2-A2EA-9BA4DE61BCD5}"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
        <p:nvSpPr>
          <p:cNvPr id="53"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54"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trike="noStrike" u="none">
                <a:solidFill>
                  <a:schemeClr val="dk1"/>
                </a:solidFill>
                <a:effectLst/>
                <a:uFillTx/>
                <a:latin typeface="Calibri Light"/>
              </a:rPr>
              <a:t>Click to edit Master title style</a:t>
            </a:r>
            <a:endParaRPr b="0" lang="en-US" sz="4400" strike="noStrike" u="none">
              <a:solidFill>
                <a:srgbClr val="000000"/>
              </a:solidFill>
              <a:effectLst/>
              <a:uFillTx/>
              <a:latin typeface="Arial"/>
            </a:endParaRPr>
          </a:p>
        </p:txBody>
      </p:sp>
      <p:sp>
        <p:nvSpPr>
          <p:cNvPr id="55" name="PlaceHolder 2"/>
          <p:cNvSpPr>
            <a:spLocks noGrp="1"/>
          </p:cNvSpPr>
          <p:nvPr>
            <p:ph type="body"/>
          </p:nvPr>
        </p:nvSpPr>
        <p:spPr>
          <a:xfrm>
            <a:off x="838080" y="1825560"/>
            <a:ext cx="5180760" cy="435060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trike="noStrike" u="none">
                <a:solidFill>
                  <a:schemeClr val="dk1"/>
                </a:solidFill>
                <a:effectLst/>
                <a:uFillTx/>
                <a:latin typeface="Calibri"/>
              </a:rPr>
              <a:t>Click to edit Master text styles</a:t>
            </a:r>
            <a:endParaRPr b="0" lang="en-US" sz="2800" strike="noStrike" u="none">
              <a:solidFill>
                <a:srgbClr val="000000"/>
              </a:solidFill>
              <a:effectLst/>
              <a:uFillTx/>
              <a:latin typeface="Arial"/>
            </a:endParaRPr>
          </a:p>
          <a:p>
            <a:pPr lvl="1" marL="685800" indent="-228600" defTabSz="914400">
              <a:lnSpc>
                <a:spcPct val="90000"/>
              </a:lnSpc>
              <a:spcBef>
                <a:spcPts val="499"/>
              </a:spcBef>
              <a:buClr>
                <a:srgbClr val="000000"/>
              </a:buClr>
              <a:buFont typeface="Arial"/>
              <a:buChar char="•"/>
            </a:pPr>
            <a:r>
              <a:rPr b="0" lang="en-US" sz="2400" strike="noStrike" u="none">
                <a:solidFill>
                  <a:schemeClr val="dk1"/>
                </a:solidFill>
                <a:effectLst/>
                <a:uFillTx/>
                <a:latin typeface="Calibri"/>
              </a:rPr>
              <a:t>Second level</a:t>
            </a:r>
            <a:endParaRPr b="0" lang="en-US" sz="2400" strike="noStrike" u="none">
              <a:solidFill>
                <a:srgbClr val="000000"/>
              </a:solidFill>
              <a:effectLst/>
              <a:uFillTx/>
              <a:latin typeface="Arial"/>
            </a:endParaRPr>
          </a:p>
          <a:p>
            <a:pPr lvl="2" marL="1143000" indent="-228600" defTabSz="914400">
              <a:lnSpc>
                <a:spcPct val="90000"/>
              </a:lnSpc>
              <a:spcBef>
                <a:spcPts val="499"/>
              </a:spcBef>
              <a:buClr>
                <a:srgbClr val="000000"/>
              </a:buClr>
              <a:buFont typeface="Arial"/>
              <a:buChar char="•"/>
            </a:pPr>
            <a:r>
              <a:rPr b="0" lang="en-US" sz="2000" strike="noStrike" u="none">
                <a:solidFill>
                  <a:schemeClr val="dk1"/>
                </a:solidFill>
                <a:effectLst/>
                <a:uFillTx/>
                <a:latin typeface="Calibri"/>
              </a:rPr>
              <a:t>Third level</a:t>
            </a:r>
            <a:endParaRPr b="0" lang="en-US" sz="2000" strike="noStrike" u="none">
              <a:solidFill>
                <a:srgbClr val="000000"/>
              </a:solidFill>
              <a:effectLst/>
              <a:uFillTx/>
              <a:latin typeface="Arial"/>
            </a:endParaRPr>
          </a:p>
          <a:p>
            <a:pPr lvl="3" marL="1600200" indent="-228600" defTabSz="914400">
              <a:lnSpc>
                <a:spcPct val="90000"/>
              </a:lnSpc>
              <a:spcBef>
                <a:spcPts val="499"/>
              </a:spcBef>
              <a:buClr>
                <a:srgbClr val="000000"/>
              </a:buClr>
              <a:buFont typeface="Arial"/>
              <a:buChar char="•"/>
            </a:pPr>
            <a:r>
              <a:rPr b="0" lang="en-US" sz="1800" strike="noStrike" u="none">
                <a:solidFill>
                  <a:schemeClr val="dk1"/>
                </a:solidFill>
                <a:effectLst/>
                <a:uFillTx/>
                <a:latin typeface="Calibri"/>
              </a:rPr>
              <a:t>Fourth level</a:t>
            </a:r>
            <a:endParaRPr b="0" lang="en-US" sz="1800" strike="noStrike" u="none">
              <a:solidFill>
                <a:srgbClr val="000000"/>
              </a:solidFill>
              <a:effectLst/>
              <a:uFillTx/>
              <a:latin typeface="Arial"/>
            </a:endParaRPr>
          </a:p>
          <a:p>
            <a:pPr lvl="4" marL="2057400" indent="-228600" defTabSz="914400">
              <a:lnSpc>
                <a:spcPct val="90000"/>
              </a:lnSpc>
              <a:spcBef>
                <a:spcPts val="499"/>
              </a:spcBef>
              <a:buClr>
                <a:srgbClr val="000000"/>
              </a:buClr>
              <a:buFont typeface="Arial"/>
              <a:buChar char="•"/>
            </a:pPr>
            <a:r>
              <a:rPr b="0" lang="en-US" sz="1800" strike="noStrike" u="none">
                <a:solidFill>
                  <a:schemeClr val="dk1"/>
                </a:solidFill>
                <a:effectLst/>
                <a:uFillTx/>
                <a:latin typeface="Calibri"/>
              </a:rPr>
              <a:t>Fifth level</a:t>
            </a:r>
            <a:endParaRPr b="0" lang="en-US" sz="1800" strike="noStrike" u="none">
              <a:solidFill>
                <a:srgbClr val="000000"/>
              </a:solidFill>
              <a:effectLst/>
              <a:uFillTx/>
              <a:latin typeface="Arial"/>
            </a:endParaRPr>
          </a:p>
        </p:txBody>
      </p:sp>
      <p:sp>
        <p:nvSpPr>
          <p:cNvPr id="56" name="PlaceHolder 3"/>
          <p:cNvSpPr>
            <a:spLocks noGrp="1"/>
          </p:cNvSpPr>
          <p:nvPr>
            <p:ph type="body"/>
          </p:nvPr>
        </p:nvSpPr>
        <p:spPr>
          <a:xfrm>
            <a:off x="6172200" y="1825560"/>
            <a:ext cx="5180760" cy="435060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trike="noStrike" u="none">
                <a:solidFill>
                  <a:schemeClr val="dk1"/>
                </a:solidFill>
                <a:effectLst/>
                <a:uFillTx/>
                <a:latin typeface="Calibri"/>
              </a:rPr>
              <a:t>Click to edit Master text styles</a:t>
            </a:r>
            <a:endParaRPr b="0" lang="en-US" sz="2800" strike="noStrike" u="none">
              <a:solidFill>
                <a:srgbClr val="000000"/>
              </a:solidFill>
              <a:effectLst/>
              <a:uFillTx/>
              <a:latin typeface="Arial"/>
            </a:endParaRPr>
          </a:p>
          <a:p>
            <a:pPr lvl="1" marL="685800" indent="-228600" defTabSz="914400">
              <a:lnSpc>
                <a:spcPct val="90000"/>
              </a:lnSpc>
              <a:spcBef>
                <a:spcPts val="499"/>
              </a:spcBef>
              <a:buClr>
                <a:srgbClr val="000000"/>
              </a:buClr>
              <a:buFont typeface="Arial"/>
              <a:buChar char="•"/>
            </a:pPr>
            <a:r>
              <a:rPr b="0" lang="en-US" sz="2400" strike="noStrike" u="none">
                <a:solidFill>
                  <a:schemeClr val="dk1"/>
                </a:solidFill>
                <a:effectLst/>
                <a:uFillTx/>
                <a:latin typeface="Calibri"/>
              </a:rPr>
              <a:t>Second level</a:t>
            </a:r>
            <a:endParaRPr b="0" lang="en-US" sz="2400" strike="noStrike" u="none">
              <a:solidFill>
                <a:srgbClr val="000000"/>
              </a:solidFill>
              <a:effectLst/>
              <a:uFillTx/>
              <a:latin typeface="Arial"/>
            </a:endParaRPr>
          </a:p>
          <a:p>
            <a:pPr lvl="2" marL="1143000" indent="-228600" defTabSz="914400">
              <a:lnSpc>
                <a:spcPct val="90000"/>
              </a:lnSpc>
              <a:spcBef>
                <a:spcPts val="499"/>
              </a:spcBef>
              <a:buClr>
                <a:srgbClr val="000000"/>
              </a:buClr>
              <a:buFont typeface="Arial"/>
              <a:buChar char="•"/>
            </a:pPr>
            <a:r>
              <a:rPr b="0" lang="en-US" sz="2000" strike="noStrike" u="none">
                <a:solidFill>
                  <a:schemeClr val="dk1"/>
                </a:solidFill>
                <a:effectLst/>
                <a:uFillTx/>
                <a:latin typeface="Calibri"/>
              </a:rPr>
              <a:t>Third level</a:t>
            </a:r>
            <a:endParaRPr b="0" lang="en-US" sz="2000" strike="noStrike" u="none">
              <a:solidFill>
                <a:srgbClr val="000000"/>
              </a:solidFill>
              <a:effectLst/>
              <a:uFillTx/>
              <a:latin typeface="Arial"/>
            </a:endParaRPr>
          </a:p>
          <a:p>
            <a:pPr lvl="3" marL="1600200" indent="-228600" defTabSz="914400">
              <a:lnSpc>
                <a:spcPct val="90000"/>
              </a:lnSpc>
              <a:spcBef>
                <a:spcPts val="499"/>
              </a:spcBef>
              <a:buClr>
                <a:srgbClr val="000000"/>
              </a:buClr>
              <a:buFont typeface="Arial"/>
              <a:buChar char="•"/>
            </a:pPr>
            <a:r>
              <a:rPr b="0" lang="en-US" sz="1800" strike="noStrike" u="none">
                <a:solidFill>
                  <a:schemeClr val="dk1"/>
                </a:solidFill>
                <a:effectLst/>
                <a:uFillTx/>
                <a:latin typeface="Calibri"/>
              </a:rPr>
              <a:t>Fourth level</a:t>
            </a:r>
            <a:endParaRPr b="0" lang="en-US" sz="1800" strike="noStrike" u="none">
              <a:solidFill>
                <a:srgbClr val="000000"/>
              </a:solidFill>
              <a:effectLst/>
              <a:uFillTx/>
              <a:latin typeface="Arial"/>
            </a:endParaRPr>
          </a:p>
          <a:p>
            <a:pPr lvl="4" marL="2057400" indent="-228600" defTabSz="914400">
              <a:lnSpc>
                <a:spcPct val="90000"/>
              </a:lnSpc>
              <a:spcBef>
                <a:spcPts val="499"/>
              </a:spcBef>
              <a:buClr>
                <a:srgbClr val="000000"/>
              </a:buClr>
              <a:buFont typeface="Arial"/>
              <a:buChar char="•"/>
            </a:pPr>
            <a:r>
              <a:rPr b="0" lang="en-US" sz="1800" strike="noStrike" u="none">
                <a:solidFill>
                  <a:schemeClr val="dk1"/>
                </a:solidFill>
                <a:effectLst/>
                <a:uFillTx/>
                <a:latin typeface="Calibri"/>
              </a:rPr>
              <a:t>Fifth level</a:t>
            </a:r>
            <a:endParaRPr b="0" lang="en-US" sz="1800" strike="noStrike" u="none">
              <a:solidFill>
                <a:srgbClr val="000000"/>
              </a:solidFill>
              <a:effectLst/>
              <a:uFillTx/>
              <a:latin typeface="Arial"/>
            </a:endParaRPr>
          </a:p>
        </p:txBody>
      </p:sp>
      <p:sp>
        <p:nvSpPr>
          <p:cNvPr id="57" name="PlaceHolder 4"/>
          <p:cNvSpPr>
            <a:spLocks noGrp="1"/>
          </p:cNvSpPr>
          <p:nvPr>
            <p:ph type="dt" idx="22"/>
          </p:nvPr>
        </p:nvSpPr>
        <p:spPr>
          <a:xfrm>
            <a:off x="838080" y="6356520"/>
            <a:ext cx="2742480" cy="36432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200" strike="noStrike" u="none">
                <a:solidFill>
                  <a:schemeClr val="dk1">
                    <a:tint val="75000"/>
                  </a:schemeClr>
                </a:solidFill>
                <a:effectLst/>
                <a:uFillTx/>
                <a:latin typeface="Calibri"/>
              </a:defRPr>
            </a:lvl1pPr>
          </a:lstStyle>
          <a:p>
            <a:pPr indent="0" defTabSz="457200">
              <a:lnSpc>
                <a:spcPct val="100000"/>
              </a:lnSpc>
              <a:buNone/>
              <a:tabLst>
                <a:tab algn="l" pos="0"/>
              </a:tabLst>
            </a:pPr>
            <a:r>
              <a:rPr b="0" lang="en-US" sz="1200" strike="noStrike" u="none">
                <a:solidFill>
                  <a:schemeClr val="dk1">
                    <a:tint val="75000"/>
                  </a:schemeClr>
                </a:solidFill>
                <a:effectLst/>
                <a:uFillTx/>
                <a:latin typeface="Calibri"/>
              </a:rPr>
              <a:t>&lt;date/time&gt;</a:t>
            </a:r>
            <a:endParaRPr b="0" lang="en-US" sz="1200" strike="noStrike" u="none">
              <a:solidFill>
                <a:srgbClr val="000000"/>
              </a:solidFill>
              <a:effectLst/>
              <a:uFillTx/>
              <a:latin typeface="Times New Roman"/>
            </a:endParaRPr>
          </a:p>
        </p:txBody>
      </p:sp>
      <p:sp>
        <p:nvSpPr>
          <p:cNvPr id="58" name="PlaceHolder 5"/>
          <p:cNvSpPr>
            <a:spLocks noGrp="1"/>
          </p:cNvSpPr>
          <p:nvPr>
            <p:ph type="ftr" idx="23"/>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59" name="PlaceHolder 6"/>
          <p:cNvSpPr>
            <a:spLocks noGrp="1"/>
          </p:cNvSpPr>
          <p:nvPr>
            <p:ph type="sldNum" idx="24"/>
          </p:nvPr>
        </p:nvSpPr>
        <p:spPr>
          <a:xfrm>
            <a:off x="8610480" y="6356520"/>
            <a:ext cx="274248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dk1">
                    <a:tint val="75000"/>
                  </a:schemeClr>
                </a:solidFill>
                <a:effectLst/>
                <a:uFillTx/>
                <a:latin typeface="Calibri"/>
              </a:defRPr>
            </a:lvl1pPr>
          </a:lstStyle>
          <a:p>
            <a:pPr indent="0" algn="r" defTabSz="457200">
              <a:lnSpc>
                <a:spcPct val="100000"/>
              </a:lnSpc>
              <a:buNone/>
              <a:tabLst>
                <a:tab algn="l" pos="0"/>
              </a:tabLst>
            </a:pPr>
            <a:fld id="{51420994-BF37-42B5-8702-16D4253BDAF6}"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60" name="PlaceHolder 1"/>
          <p:cNvSpPr>
            <a:spLocks noGrp="1"/>
          </p:cNvSpPr>
          <p:nvPr>
            <p:ph type="title"/>
          </p:nvPr>
        </p:nvSpPr>
        <p:spPr>
          <a:xfrm>
            <a:off x="8398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trike="noStrike" u="none">
                <a:solidFill>
                  <a:schemeClr val="dk1"/>
                </a:solidFill>
                <a:effectLst/>
                <a:uFillTx/>
                <a:latin typeface="Calibri Light"/>
              </a:rPr>
              <a:t>Click to edit Master title style</a:t>
            </a:r>
            <a:endParaRPr b="0" lang="en-US" sz="4400" strike="noStrike" u="none">
              <a:solidFill>
                <a:srgbClr val="000000"/>
              </a:solidFill>
              <a:effectLst/>
              <a:uFillTx/>
              <a:latin typeface="Arial"/>
            </a:endParaRPr>
          </a:p>
        </p:txBody>
      </p:sp>
      <p:sp>
        <p:nvSpPr>
          <p:cNvPr id="61" name="PlaceHolder 2"/>
          <p:cNvSpPr>
            <a:spLocks noGrp="1"/>
          </p:cNvSpPr>
          <p:nvPr>
            <p:ph type="body"/>
          </p:nvPr>
        </p:nvSpPr>
        <p:spPr>
          <a:xfrm>
            <a:off x="839880" y="1681200"/>
            <a:ext cx="5157000" cy="823320"/>
          </a:xfrm>
          <a:prstGeom prst="rect">
            <a:avLst/>
          </a:prstGeom>
          <a:noFill/>
          <a:ln w="0">
            <a:noFill/>
          </a:ln>
        </p:spPr>
        <p:txBody>
          <a:bodyPr lIns="91440" rIns="91440" tIns="45720" bIns="45720" anchor="b">
            <a:noAutofit/>
          </a:bodyPr>
          <a:p>
            <a:pPr indent="0" defTabSz="914400">
              <a:lnSpc>
                <a:spcPct val="90000"/>
              </a:lnSpc>
              <a:spcBef>
                <a:spcPts val="1001"/>
              </a:spcBef>
              <a:buNone/>
              <a:tabLst>
                <a:tab algn="l" pos="0"/>
              </a:tabLst>
            </a:pPr>
            <a:r>
              <a:rPr b="1" lang="en-US" sz="2400" strike="noStrike" u="none">
                <a:solidFill>
                  <a:schemeClr val="dk1"/>
                </a:solidFill>
                <a:effectLst/>
                <a:uFillTx/>
                <a:latin typeface="Calibri"/>
              </a:rPr>
              <a:t>Click to edit Master text styles</a:t>
            </a:r>
            <a:endParaRPr b="0" lang="en-US" sz="2400" strike="noStrike" u="none">
              <a:solidFill>
                <a:srgbClr val="000000"/>
              </a:solidFill>
              <a:effectLst/>
              <a:uFillTx/>
              <a:latin typeface="Arial"/>
            </a:endParaRPr>
          </a:p>
        </p:txBody>
      </p:sp>
      <p:sp>
        <p:nvSpPr>
          <p:cNvPr id="62" name="PlaceHolder 3"/>
          <p:cNvSpPr>
            <a:spLocks noGrp="1"/>
          </p:cNvSpPr>
          <p:nvPr>
            <p:ph type="body"/>
          </p:nvPr>
        </p:nvSpPr>
        <p:spPr>
          <a:xfrm>
            <a:off x="839880" y="2505240"/>
            <a:ext cx="5157000" cy="368388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trike="noStrike" u="none">
                <a:solidFill>
                  <a:schemeClr val="dk1"/>
                </a:solidFill>
                <a:effectLst/>
                <a:uFillTx/>
                <a:latin typeface="Calibri"/>
              </a:rPr>
              <a:t>Click to edit Master text styles</a:t>
            </a:r>
            <a:endParaRPr b="0" lang="en-US" sz="2800" strike="noStrike" u="none">
              <a:solidFill>
                <a:srgbClr val="000000"/>
              </a:solidFill>
              <a:effectLst/>
              <a:uFillTx/>
              <a:latin typeface="Arial"/>
            </a:endParaRPr>
          </a:p>
          <a:p>
            <a:pPr lvl="1" marL="685800" indent="-228600" defTabSz="914400">
              <a:lnSpc>
                <a:spcPct val="90000"/>
              </a:lnSpc>
              <a:spcBef>
                <a:spcPts val="499"/>
              </a:spcBef>
              <a:buClr>
                <a:srgbClr val="000000"/>
              </a:buClr>
              <a:buFont typeface="Arial"/>
              <a:buChar char="•"/>
            </a:pPr>
            <a:r>
              <a:rPr b="0" lang="en-US" sz="2400" strike="noStrike" u="none">
                <a:solidFill>
                  <a:schemeClr val="dk1"/>
                </a:solidFill>
                <a:effectLst/>
                <a:uFillTx/>
                <a:latin typeface="Calibri"/>
              </a:rPr>
              <a:t>Second level</a:t>
            </a:r>
            <a:endParaRPr b="0" lang="en-US" sz="2400" strike="noStrike" u="none">
              <a:solidFill>
                <a:srgbClr val="000000"/>
              </a:solidFill>
              <a:effectLst/>
              <a:uFillTx/>
              <a:latin typeface="Arial"/>
            </a:endParaRPr>
          </a:p>
          <a:p>
            <a:pPr lvl="2" marL="1143000" indent="-228600" defTabSz="914400">
              <a:lnSpc>
                <a:spcPct val="90000"/>
              </a:lnSpc>
              <a:spcBef>
                <a:spcPts val="499"/>
              </a:spcBef>
              <a:buClr>
                <a:srgbClr val="000000"/>
              </a:buClr>
              <a:buFont typeface="Arial"/>
              <a:buChar char="•"/>
            </a:pPr>
            <a:r>
              <a:rPr b="0" lang="en-US" sz="2000" strike="noStrike" u="none">
                <a:solidFill>
                  <a:schemeClr val="dk1"/>
                </a:solidFill>
                <a:effectLst/>
                <a:uFillTx/>
                <a:latin typeface="Calibri"/>
              </a:rPr>
              <a:t>Third level</a:t>
            </a:r>
            <a:endParaRPr b="0" lang="en-US" sz="2000" strike="noStrike" u="none">
              <a:solidFill>
                <a:srgbClr val="000000"/>
              </a:solidFill>
              <a:effectLst/>
              <a:uFillTx/>
              <a:latin typeface="Arial"/>
            </a:endParaRPr>
          </a:p>
          <a:p>
            <a:pPr lvl="3" marL="1600200" indent="-228600" defTabSz="914400">
              <a:lnSpc>
                <a:spcPct val="90000"/>
              </a:lnSpc>
              <a:spcBef>
                <a:spcPts val="499"/>
              </a:spcBef>
              <a:buClr>
                <a:srgbClr val="000000"/>
              </a:buClr>
              <a:buFont typeface="Arial"/>
              <a:buChar char="•"/>
            </a:pPr>
            <a:r>
              <a:rPr b="0" lang="en-US" sz="1800" strike="noStrike" u="none">
                <a:solidFill>
                  <a:schemeClr val="dk1"/>
                </a:solidFill>
                <a:effectLst/>
                <a:uFillTx/>
                <a:latin typeface="Calibri"/>
              </a:rPr>
              <a:t>Fourth level</a:t>
            </a:r>
            <a:endParaRPr b="0" lang="en-US" sz="1800" strike="noStrike" u="none">
              <a:solidFill>
                <a:srgbClr val="000000"/>
              </a:solidFill>
              <a:effectLst/>
              <a:uFillTx/>
              <a:latin typeface="Arial"/>
            </a:endParaRPr>
          </a:p>
          <a:p>
            <a:pPr lvl="4" marL="2057400" indent="-228600" defTabSz="914400">
              <a:lnSpc>
                <a:spcPct val="90000"/>
              </a:lnSpc>
              <a:spcBef>
                <a:spcPts val="499"/>
              </a:spcBef>
              <a:buClr>
                <a:srgbClr val="000000"/>
              </a:buClr>
              <a:buFont typeface="Arial"/>
              <a:buChar char="•"/>
            </a:pPr>
            <a:r>
              <a:rPr b="0" lang="en-US" sz="1800" strike="noStrike" u="none">
                <a:solidFill>
                  <a:schemeClr val="dk1"/>
                </a:solidFill>
                <a:effectLst/>
                <a:uFillTx/>
                <a:latin typeface="Calibri"/>
              </a:rPr>
              <a:t>Fifth level</a:t>
            </a:r>
            <a:endParaRPr b="0" lang="en-US" sz="1800" strike="noStrike" u="none">
              <a:solidFill>
                <a:srgbClr val="000000"/>
              </a:solidFill>
              <a:effectLst/>
              <a:uFillTx/>
              <a:latin typeface="Arial"/>
            </a:endParaRPr>
          </a:p>
        </p:txBody>
      </p:sp>
      <p:sp>
        <p:nvSpPr>
          <p:cNvPr id="63" name="PlaceHolder 4"/>
          <p:cNvSpPr>
            <a:spLocks noGrp="1"/>
          </p:cNvSpPr>
          <p:nvPr>
            <p:ph type="body"/>
          </p:nvPr>
        </p:nvSpPr>
        <p:spPr>
          <a:xfrm>
            <a:off x="6172200" y="1681200"/>
            <a:ext cx="5182560" cy="823320"/>
          </a:xfrm>
          <a:prstGeom prst="rect">
            <a:avLst/>
          </a:prstGeom>
          <a:noFill/>
          <a:ln w="0">
            <a:noFill/>
          </a:ln>
        </p:spPr>
        <p:txBody>
          <a:bodyPr lIns="91440" rIns="91440" tIns="45720" bIns="45720" anchor="b">
            <a:noAutofit/>
          </a:bodyPr>
          <a:p>
            <a:pPr indent="0" defTabSz="914400">
              <a:lnSpc>
                <a:spcPct val="90000"/>
              </a:lnSpc>
              <a:spcBef>
                <a:spcPts val="1001"/>
              </a:spcBef>
              <a:buNone/>
              <a:tabLst>
                <a:tab algn="l" pos="0"/>
              </a:tabLst>
            </a:pPr>
            <a:r>
              <a:rPr b="1" lang="en-US" sz="2400" strike="noStrike" u="none">
                <a:solidFill>
                  <a:schemeClr val="dk1"/>
                </a:solidFill>
                <a:effectLst/>
                <a:uFillTx/>
                <a:latin typeface="Calibri"/>
              </a:rPr>
              <a:t>Click to edit Master text styles</a:t>
            </a:r>
            <a:endParaRPr b="0" lang="en-US" sz="2400" strike="noStrike" u="none">
              <a:solidFill>
                <a:srgbClr val="000000"/>
              </a:solidFill>
              <a:effectLst/>
              <a:uFillTx/>
              <a:latin typeface="Arial"/>
            </a:endParaRPr>
          </a:p>
        </p:txBody>
      </p:sp>
      <p:sp>
        <p:nvSpPr>
          <p:cNvPr id="64" name="PlaceHolder 5"/>
          <p:cNvSpPr>
            <a:spLocks noGrp="1"/>
          </p:cNvSpPr>
          <p:nvPr>
            <p:ph type="body"/>
          </p:nvPr>
        </p:nvSpPr>
        <p:spPr>
          <a:xfrm>
            <a:off x="6172200" y="2505240"/>
            <a:ext cx="5182560" cy="368388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trike="noStrike" u="none">
                <a:solidFill>
                  <a:schemeClr val="dk1"/>
                </a:solidFill>
                <a:effectLst/>
                <a:uFillTx/>
                <a:latin typeface="Calibri"/>
              </a:rPr>
              <a:t>Click to edit Master text styles</a:t>
            </a:r>
            <a:endParaRPr b="0" lang="en-US" sz="2800" strike="noStrike" u="none">
              <a:solidFill>
                <a:srgbClr val="000000"/>
              </a:solidFill>
              <a:effectLst/>
              <a:uFillTx/>
              <a:latin typeface="Arial"/>
            </a:endParaRPr>
          </a:p>
          <a:p>
            <a:pPr lvl="1" marL="685800" indent="-228600" defTabSz="914400">
              <a:lnSpc>
                <a:spcPct val="90000"/>
              </a:lnSpc>
              <a:spcBef>
                <a:spcPts val="499"/>
              </a:spcBef>
              <a:buClr>
                <a:srgbClr val="000000"/>
              </a:buClr>
              <a:buFont typeface="Arial"/>
              <a:buChar char="•"/>
            </a:pPr>
            <a:r>
              <a:rPr b="0" lang="en-US" sz="2400" strike="noStrike" u="none">
                <a:solidFill>
                  <a:schemeClr val="dk1"/>
                </a:solidFill>
                <a:effectLst/>
                <a:uFillTx/>
                <a:latin typeface="Calibri"/>
              </a:rPr>
              <a:t>Second level</a:t>
            </a:r>
            <a:endParaRPr b="0" lang="en-US" sz="2400" strike="noStrike" u="none">
              <a:solidFill>
                <a:srgbClr val="000000"/>
              </a:solidFill>
              <a:effectLst/>
              <a:uFillTx/>
              <a:latin typeface="Arial"/>
            </a:endParaRPr>
          </a:p>
          <a:p>
            <a:pPr lvl="2" marL="1143000" indent="-228600" defTabSz="914400">
              <a:lnSpc>
                <a:spcPct val="90000"/>
              </a:lnSpc>
              <a:spcBef>
                <a:spcPts val="499"/>
              </a:spcBef>
              <a:buClr>
                <a:srgbClr val="000000"/>
              </a:buClr>
              <a:buFont typeface="Arial"/>
              <a:buChar char="•"/>
            </a:pPr>
            <a:r>
              <a:rPr b="0" lang="en-US" sz="2000" strike="noStrike" u="none">
                <a:solidFill>
                  <a:schemeClr val="dk1"/>
                </a:solidFill>
                <a:effectLst/>
                <a:uFillTx/>
                <a:latin typeface="Calibri"/>
              </a:rPr>
              <a:t>Third level</a:t>
            </a:r>
            <a:endParaRPr b="0" lang="en-US" sz="2000" strike="noStrike" u="none">
              <a:solidFill>
                <a:srgbClr val="000000"/>
              </a:solidFill>
              <a:effectLst/>
              <a:uFillTx/>
              <a:latin typeface="Arial"/>
            </a:endParaRPr>
          </a:p>
          <a:p>
            <a:pPr lvl="3" marL="1600200" indent="-228600" defTabSz="914400">
              <a:lnSpc>
                <a:spcPct val="90000"/>
              </a:lnSpc>
              <a:spcBef>
                <a:spcPts val="499"/>
              </a:spcBef>
              <a:buClr>
                <a:srgbClr val="000000"/>
              </a:buClr>
              <a:buFont typeface="Arial"/>
              <a:buChar char="•"/>
            </a:pPr>
            <a:r>
              <a:rPr b="0" lang="en-US" sz="1800" strike="noStrike" u="none">
                <a:solidFill>
                  <a:schemeClr val="dk1"/>
                </a:solidFill>
                <a:effectLst/>
                <a:uFillTx/>
                <a:latin typeface="Calibri"/>
              </a:rPr>
              <a:t>Fourth level</a:t>
            </a:r>
            <a:endParaRPr b="0" lang="en-US" sz="1800" strike="noStrike" u="none">
              <a:solidFill>
                <a:srgbClr val="000000"/>
              </a:solidFill>
              <a:effectLst/>
              <a:uFillTx/>
              <a:latin typeface="Arial"/>
            </a:endParaRPr>
          </a:p>
          <a:p>
            <a:pPr lvl="4" marL="2057400" indent="-228600" defTabSz="914400">
              <a:lnSpc>
                <a:spcPct val="90000"/>
              </a:lnSpc>
              <a:spcBef>
                <a:spcPts val="499"/>
              </a:spcBef>
              <a:buClr>
                <a:srgbClr val="000000"/>
              </a:buClr>
              <a:buFont typeface="Arial"/>
              <a:buChar char="•"/>
            </a:pPr>
            <a:r>
              <a:rPr b="0" lang="en-US" sz="1800" strike="noStrike" u="none">
                <a:solidFill>
                  <a:schemeClr val="dk1"/>
                </a:solidFill>
                <a:effectLst/>
                <a:uFillTx/>
                <a:latin typeface="Calibri"/>
              </a:rPr>
              <a:t>Fifth level</a:t>
            </a:r>
            <a:endParaRPr b="0" lang="en-US" sz="1800" strike="noStrike" u="none">
              <a:solidFill>
                <a:srgbClr val="000000"/>
              </a:solidFill>
              <a:effectLst/>
              <a:uFillTx/>
              <a:latin typeface="Arial"/>
            </a:endParaRPr>
          </a:p>
        </p:txBody>
      </p:sp>
      <p:sp>
        <p:nvSpPr>
          <p:cNvPr id="65" name="PlaceHolder 6"/>
          <p:cNvSpPr>
            <a:spLocks noGrp="1"/>
          </p:cNvSpPr>
          <p:nvPr>
            <p:ph type="dt" idx="25"/>
          </p:nvPr>
        </p:nvSpPr>
        <p:spPr>
          <a:xfrm>
            <a:off x="838080" y="6356520"/>
            <a:ext cx="2742480" cy="36432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200" strike="noStrike" u="none">
                <a:solidFill>
                  <a:schemeClr val="dk1">
                    <a:tint val="75000"/>
                  </a:schemeClr>
                </a:solidFill>
                <a:effectLst/>
                <a:uFillTx/>
                <a:latin typeface="Calibri"/>
              </a:defRPr>
            </a:lvl1pPr>
          </a:lstStyle>
          <a:p>
            <a:pPr indent="0" defTabSz="457200">
              <a:lnSpc>
                <a:spcPct val="100000"/>
              </a:lnSpc>
              <a:buNone/>
              <a:tabLst>
                <a:tab algn="l" pos="0"/>
              </a:tabLst>
            </a:pPr>
            <a:r>
              <a:rPr b="0" lang="en-US" sz="1200" strike="noStrike" u="none">
                <a:solidFill>
                  <a:schemeClr val="dk1">
                    <a:tint val="75000"/>
                  </a:schemeClr>
                </a:solidFill>
                <a:effectLst/>
                <a:uFillTx/>
                <a:latin typeface="Calibri"/>
              </a:rPr>
              <a:t>&lt;date/time&gt;</a:t>
            </a:r>
            <a:endParaRPr b="0" lang="en-US" sz="1200" strike="noStrike" u="none">
              <a:solidFill>
                <a:srgbClr val="000000"/>
              </a:solidFill>
              <a:effectLst/>
              <a:uFillTx/>
              <a:latin typeface="Times New Roman"/>
            </a:endParaRPr>
          </a:p>
        </p:txBody>
      </p:sp>
      <p:sp>
        <p:nvSpPr>
          <p:cNvPr id="66" name="PlaceHolder 7"/>
          <p:cNvSpPr>
            <a:spLocks noGrp="1"/>
          </p:cNvSpPr>
          <p:nvPr>
            <p:ph type="ftr" idx="26"/>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67" name="PlaceHolder 8"/>
          <p:cNvSpPr>
            <a:spLocks noGrp="1"/>
          </p:cNvSpPr>
          <p:nvPr>
            <p:ph type="sldNum" idx="27"/>
          </p:nvPr>
        </p:nvSpPr>
        <p:spPr>
          <a:xfrm>
            <a:off x="8610480" y="6356520"/>
            <a:ext cx="274248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dk1">
                    <a:tint val="75000"/>
                  </a:schemeClr>
                </a:solidFill>
                <a:effectLst/>
                <a:uFillTx/>
                <a:latin typeface="Calibri"/>
              </a:defRPr>
            </a:lvl1pPr>
          </a:lstStyle>
          <a:p>
            <a:pPr indent="0" algn="r" defTabSz="457200">
              <a:lnSpc>
                <a:spcPct val="100000"/>
              </a:lnSpc>
              <a:buNone/>
              <a:tabLst>
                <a:tab algn="l" pos="0"/>
              </a:tabLst>
            </a:pPr>
            <a:fld id="{75A3EEA7-2FC1-42A8-A00E-52D9FC367574}"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68"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trike="noStrike" u="none">
                <a:solidFill>
                  <a:schemeClr val="dk1"/>
                </a:solidFill>
                <a:effectLst/>
                <a:uFillTx/>
                <a:latin typeface="Calibri Light"/>
              </a:rPr>
              <a:t>Click to edit Master title style</a:t>
            </a:r>
            <a:endParaRPr b="0" lang="en-US" sz="4400" strike="noStrike" u="none">
              <a:solidFill>
                <a:srgbClr val="000000"/>
              </a:solidFill>
              <a:effectLst/>
              <a:uFillTx/>
              <a:latin typeface="Arial"/>
            </a:endParaRPr>
          </a:p>
        </p:txBody>
      </p:sp>
      <p:sp>
        <p:nvSpPr>
          <p:cNvPr id="69" name="PlaceHolder 2"/>
          <p:cNvSpPr>
            <a:spLocks noGrp="1"/>
          </p:cNvSpPr>
          <p:nvPr>
            <p:ph type="dt" idx="28"/>
          </p:nvPr>
        </p:nvSpPr>
        <p:spPr>
          <a:xfrm>
            <a:off x="838080" y="6356520"/>
            <a:ext cx="2742480" cy="36432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200" strike="noStrike" u="none">
                <a:solidFill>
                  <a:schemeClr val="dk1">
                    <a:tint val="75000"/>
                  </a:schemeClr>
                </a:solidFill>
                <a:effectLst/>
                <a:uFillTx/>
                <a:latin typeface="Calibri"/>
              </a:defRPr>
            </a:lvl1pPr>
          </a:lstStyle>
          <a:p>
            <a:pPr indent="0" defTabSz="457200">
              <a:lnSpc>
                <a:spcPct val="100000"/>
              </a:lnSpc>
              <a:buNone/>
              <a:tabLst>
                <a:tab algn="l" pos="0"/>
              </a:tabLst>
            </a:pPr>
            <a:r>
              <a:rPr b="0" lang="en-US" sz="1200" strike="noStrike" u="none">
                <a:solidFill>
                  <a:schemeClr val="dk1">
                    <a:tint val="75000"/>
                  </a:schemeClr>
                </a:solidFill>
                <a:effectLst/>
                <a:uFillTx/>
                <a:latin typeface="Calibri"/>
              </a:rPr>
              <a:t>&lt;date/time&gt;</a:t>
            </a:r>
            <a:endParaRPr b="0" lang="en-US" sz="1200" strike="noStrike" u="none">
              <a:solidFill>
                <a:srgbClr val="000000"/>
              </a:solidFill>
              <a:effectLst/>
              <a:uFillTx/>
              <a:latin typeface="Times New Roman"/>
            </a:endParaRPr>
          </a:p>
        </p:txBody>
      </p:sp>
      <p:sp>
        <p:nvSpPr>
          <p:cNvPr id="70" name="PlaceHolder 3"/>
          <p:cNvSpPr>
            <a:spLocks noGrp="1"/>
          </p:cNvSpPr>
          <p:nvPr>
            <p:ph type="ftr" idx="29"/>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71" name="PlaceHolder 4"/>
          <p:cNvSpPr>
            <a:spLocks noGrp="1"/>
          </p:cNvSpPr>
          <p:nvPr>
            <p:ph type="sldNum" idx="30"/>
          </p:nvPr>
        </p:nvSpPr>
        <p:spPr>
          <a:xfrm>
            <a:off x="8610480" y="6356520"/>
            <a:ext cx="274248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dk1">
                    <a:tint val="75000"/>
                  </a:schemeClr>
                </a:solidFill>
                <a:effectLst/>
                <a:uFillTx/>
                <a:latin typeface="Calibri"/>
              </a:defRPr>
            </a:lvl1pPr>
          </a:lstStyle>
          <a:p>
            <a:pPr indent="0" algn="r" defTabSz="457200">
              <a:lnSpc>
                <a:spcPct val="100000"/>
              </a:lnSpc>
              <a:buNone/>
              <a:tabLst>
                <a:tab algn="l" pos="0"/>
              </a:tabLst>
            </a:pPr>
            <a:fld id="{22C81CE3-EBE0-4091-AC25-34D9B8307954}"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
        <p:nvSpPr>
          <p:cNvPr id="72"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73" name="PlaceHolder 1"/>
          <p:cNvSpPr>
            <a:spLocks noGrp="1"/>
          </p:cNvSpPr>
          <p:nvPr>
            <p:ph type="dt" idx="31"/>
          </p:nvPr>
        </p:nvSpPr>
        <p:spPr>
          <a:xfrm>
            <a:off x="838080" y="6356520"/>
            <a:ext cx="2742480" cy="36432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200" strike="noStrike" u="none">
                <a:solidFill>
                  <a:schemeClr val="dk1">
                    <a:tint val="75000"/>
                  </a:schemeClr>
                </a:solidFill>
                <a:effectLst/>
                <a:uFillTx/>
                <a:latin typeface="Calibri"/>
              </a:defRPr>
            </a:lvl1pPr>
          </a:lstStyle>
          <a:p>
            <a:pPr indent="0" defTabSz="457200">
              <a:lnSpc>
                <a:spcPct val="100000"/>
              </a:lnSpc>
              <a:buNone/>
              <a:tabLst>
                <a:tab algn="l" pos="0"/>
              </a:tabLst>
            </a:pPr>
            <a:r>
              <a:rPr b="0" lang="en-US" sz="1200" strike="noStrike" u="none">
                <a:solidFill>
                  <a:schemeClr val="dk1">
                    <a:tint val="75000"/>
                  </a:schemeClr>
                </a:solidFill>
                <a:effectLst/>
                <a:uFillTx/>
                <a:latin typeface="Calibri"/>
              </a:rPr>
              <a:t>&lt;date/time&gt;</a:t>
            </a:r>
            <a:endParaRPr b="0" lang="en-US" sz="1200" strike="noStrike" u="none">
              <a:solidFill>
                <a:srgbClr val="000000"/>
              </a:solidFill>
              <a:effectLst/>
              <a:uFillTx/>
              <a:latin typeface="Times New Roman"/>
            </a:endParaRPr>
          </a:p>
        </p:txBody>
      </p:sp>
      <p:sp>
        <p:nvSpPr>
          <p:cNvPr id="74" name="PlaceHolder 2"/>
          <p:cNvSpPr>
            <a:spLocks noGrp="1"/>
          </p:cNvSpPr>
          <p:nvPr>
            <p:ph type="ftr" idx="32"/>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75" name="PlaceHolder 3"/>
          <p:cNvSpPr>
            <a:spLocks noGrp="1"/>
          </p:cNvSpPr>
          <p:nvPr>
            <p:ph type="sldNum" idx="33"/>
          </p:nvPr>
        </p:nvSpPr>
        <p:spPr>
          <a:xfrm>
            <a:off x="8610480" y="6356520"/>
            <a:ext cx="274248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dk1">
                    <a:tint val="75000"/>
                  </a:schemeClr>
                </a:solidFill>
                <a:effectLst/>
                <a:uFillTx/>
                <a:latin typeface="Calibri"/>
              </a:defRPr>
            </a:lvl1pPr>
          </a:lstStyle>
          <a:p>
            <a:pPr indent="0" algn="r" defTabSz="457200">
              <a:lnSpc>
                <a:spcPct val="100000"/>
              </a:lnSpc>
              <a:buNone/>
              <a:tabLst>
                <a:tab algn="l" pos="0"/>
              </a:tabLst>
            </a:pPr>
            <a:fld id="{FC405F00-AAF7-420F-9787-19EAB1514C68}"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
        <p:nvSpPr>
          <p:cNvPr id="76" name="PlaceHolder 4"/>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trike="noStrike" u="none">
                <a:solidFill>
                  <a:srgbClr val="000000"/>
                </a:solidFill>
                <a:effectLst/>
                <a:uFillTx/>
                <a:latin typeface="Arial"/>
              </a:rPr>
              <a:t>Click to edit the title text format</a:t>
            </a:r>
            <a:endParaRPr b="0" lang="en-US" sz="4400" strike="noStrike" u="none">
              <a:solidFill>
                <a:srgbClr val="000000"/>
              </a:solidFill>
              <a:effectLst/>
              <a:uFillTx/>
              <a:latin typeface="Arial"/>
            </a:endParaRPr>
          </a:p>
        </p:txBody>
      </p:sp>
      <p:sp>
        <p:nvSpPr>
          <p:cNvPr id="77"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78" name="PlaceHolder 1"/>
          <p:cNvSpPr>
            <a:spLocks noGrp="1"/>
          </p:cNvSpPr>
          <p:nvPr>
            <p:ph type="title"/>
          </p:nvPr>
        </p:nvSpPr>
        <p:spPr>
          <a:xfrm>
            <a:off x="839880" y="457200"/>
            <a:ext cx="3931560" cy="1599480"/>
          </a:xfrm>
          <a:prstGeom prst="rect">
            <a:avLst/>
          </a:prstGeom>
          <a:noFill/>
          <a:ln w="0">
            <a:noFill/>
          </a:ln>
        </p:spPr>
        <p:txBody>
          <a:bodyPr lIns="91440" rIns="91440" tIns="45720" bIns="45720" anchor="b">
            <a:noAutofit/>
          </a:bodyPr>
          <a:p>
            <a:pPr indent="0" defTabSz="914400">
              <a:lnSpc>
                <a:spcPct val="90000"/>
              </a:lnSpc>
              <a:buNone/>
              <a:tabLst>
                <a:tab algn="l" pos="0"/>
              </a:tabLst>
            </a:pPr>
            <a:r>
              <a:rPr b="0" lang="en-US" sz="3200" strike="noStrike" u="none">
                <a:solidFill>
                  <a:schemeClr val="dk1"/>
                </a:solidFill>
                <a:effectLst/>
                <a:uFillTx/>
                <a:latin typeface="Calibri Light"/>
              </a:rPr>
              <a:t>Click to edit Master title style</a:t>
            </a:r>
            <a:endParaRPr b="0" lang="en-US" sz="3200" strike="noStrike" u="none">
              <a:solidFill>
                <a:srgbClr val="000000"/>
              </a:solidFill>
              <a:effectLst/>
              <a:uFillTx/>
              <a:latin typeface="Arial"/>
            </a:endParaRPr>
          </a:p>
        </p:txBody>
      </p:sp>
      <p:sp>
        <p:nvSpPr>
          <p:cNvPr id="79" name="PlaceHolder 2"/>
          <p:cNvSpPr>
            <a:spLocks noGrp="1"/>
          </p:cNvSpPr>
          <p:nvPr>
            <p:ph type="body"/>
          </p:nvPr>
        </p:nvSpPr>
        <p:spPr>
          <a:xfrm>
            <a:off x="5183280" y="987480"/>
            <a:ext cx="6171480" cy="4872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3200" strike="noStrike" u="none">
                <a:solidFill>
                  <a:schemeClr val="dk1"/>
                </a:solidFill>
                <a:effectLst/>
                <a:uFillTx/>
                <a:latin typeface="Calibri"/>
              </a:rPr>
              <a:t>Click to edit Master text styles</a:t>
            </a:r>
            <a:endParaRPr b="0" lang="en-US" sz="3200" strike="noStrike" u="none">
              <a:solidFill>
                <a:srgbClr val="000000"/>
              </a:solidFill>
              <a:effectLst/>
              <a:uFillTx/>
              <a:latin typeface="Arial"/>
            </a:endParaRPr>
          </a:p>
          <a:p>
            <a:pPr lvl="1" marL="685800" indent="-228600" defTabSz="914400">
              <a:lnSpc>
                <a:spcPct val="90000"/>
              </a:lnSpc>
              <a:spcBef>
                <a:spcPts val="499"/>
              </a:spcBef>
              <a:buClr>
                <a:srgbClr val="000000"/>
              </a:buClr>
              <a:buFont typeface="Arial"/>
              <a:buChar char="•"/>
            </a:pPr>
            <a:r>
              <a:rPr b="0" lang="en-US" sz="2800" strike="noStrike" u="none">
                <a:solidFill>
                  <a:schemeClr val="dk1"/>
                </a:solidFill>
                <a:effectLst/>
                <a:uFillTx/>
                <a:latin typeface="Calibri"/>
              </a:rPr>
              <a:t>Second level</a:t>
            </a:r>
            <a:endParaRPr b="0" lang="en-US" sz="2800" strike="noStrike" u="none">
              <a:solidFill>
                <a:srgbClr val="000000"/>
              </a:solidFill>
              <a:effectLst/>
              <a:uFillTx/>
              <a:latin typeface="Arial"/>
            </a:endParaRPr>
          </a:p>
          <a:p>
            <a:pPr lvl="2" marL="1143000" indent="-228600" defTabSz="914400">
              <a:lnSpc>
                <a:spcPct val="90000"/>
              </a:lnSpc>
              <a:spcBef>
                <a:spcPts val="499"/>
              </a:spcBef>
              <a:buClr>
                <a:srgbClr val="000000"/>
              </a:buClr>
              <a:buFont typeface="Arial"/>
              <a:buChar char="•"/>
            </a:pPr>
            <a:r>
              <a:rPr b="0" lang="en-US" sz="2400" strike="noStrike" u="none">
                <a:solidFill>
                  <a:schemeClr val="dk1"/>
                </a:solidFill>
                <a:effectLst/>
                <a:uFillTx/>
                <a:latin typeface="Calibri"/>
              </a:rPr>
              <a:t>Third level</a:t>
            </a:r>
            <a:endParaRPr b="0" lang="en-US" sz="2400" strike="noStrike" u="none">
              <a:solidFill>
                <a:srgbClr val="000000"/>
              </a:solidFill>
              <a:effectLst/>
              <a:uFillTx/>
              <a:latin typeface="Arial"/>
            </a:endParaRPr>
          </a:p>
          <a:p>
            <a:pPr lvl="3" marL="1600200" indent="-228600" defTabSz="914400">
              <a:lnSpc>
                <a:spcPct val="90000"/>
              </a:lnSpc>
              <a:spcBef>
                <a:spcPts val="499"/>
              </a:spcBef>
              <a:buClr>
                <a:srgbClr val="000000"/>
              </a:buClr>
              <a:buFont typeface="Arial"/>
              <a:buChar char="•"/>
            </a:pPr>
            <a:r>
              <a:rPr b="0" lang="en-US" sz="2000" strike="noStrike" u="none">
                <a:solidFill>
                  <a:schemeClr val="dk1"/>
                </a:solidFill>
                <a:effectLst/>
                <a:uFillTx/>
                <a:latin typeface="Calibri"/>
              </a:rPr>
              <a:t>Fourth level</a:t>
            </a:r>
            <a:endParaRPr b="0" lang="en-US" sz="2000" strike="noStrike" u="none">
              <a:solidFill>
                <a:srgbClr val="000000"/>
              </a:solidFill>
              <a:effectLst/>
              <a:uFillTx/>
              <a:latin typeface="Arial"/>
            </a:endParaRPr>
          </a:p>
          <a:p>
            <a:pPr lvl="4" marL="2057400" indent="-228600" defTabSz="914400">
              <a:lnSpc>
                <a:spcPct val="90000"/>
              </a:lnSpc>
              <a:spcBef>
                <a:spcPts val="499"/>
              </a:spcBef>
              <a:buClr>
                <a:srgbClr val="000000"/>
              </a:buClr>
              <a:buFont typeface="Arial"/>
              <a:buChar char="•"/>
            </a:pPr>
            <a:r>
              <a:rPr b="0" lang="en-US" sz="2000" strike="noStrike" u="none">
                <a:solidFill>
                  <a:schemeClr val="dk1"/>
                </a:solidFill>
                <a:effectLst/>
                <a:uFillTx/>
                <a:latin typeface="Calibri"/>
              </a:rPr>
              <a:t>Fifth level</a:t>
            </a:r>
            <a:endParaRPr b="0" lang="en-US" sz="2000" strike="noStrike" u="none">
              <a:solidFill>
                <a:srgbClr val="000000"/>
              </a:solidFill>
              <a:effectLst/>
              <a:uFillTx/>
              <a:latin typeface="Arial"/>
            </a:endParaRPr>
          </a:p>
        </p:txBody>
      </p:sp>
      <p:sp>
        <p:nvSpPr>
          <p:cNvPr id="80" name="PlaceHolder 3"/>
          <p:cNvSpPr>
            <a:spLocks noGrp="1"/>
          </p:cNvSpPr>
          <p:nvPr>
            <p:ph type="body"/>
          </p:nvPr>
        </p:nvSpPr>
        <p:spPr>
          <a:xfrm>
            <a:off x="839880" y="2057400"/>
            <a:ext cx="3931560" cy="381096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en-US" sz="1600" strike="noStrike" u="none">
                <a:solidFill>
                  <a:schemeClr val="dk1"/>
                </a:solidFill>
                <a:effectLst/>
                <a:uFillTx/>
                <a:latin typeface="Calibri"/>
              </a:rPr>
              <a:t>Click to edit Master text styles</a:t>
            </a:r>
            <a:endParaRPr b="0" lang="en-US" sz="1600" strike="noStrike" u="none">
              <a:solidFill>
                <a:srgbClr val="000000"/>
              </a:solidFill>
              <a:effectLst/>
              <a:uFillTx/>
              <a:latin typeface="Arial"/>
            </a:endParaRPr>
          </a:p>
        </p:txBody>
      </p:sp>
      <p:sp>
        <p:nvSpPr>
          <p:cNvPr id="81" name="PlaceHolder 4"/>
          <p:cNvSpPr>
            <a:spLocks noGrp="1"/>
          </p:cNvSpPr>
          <p:nvPr>
            <p:ph type="dt" idx="34"/>
          </p:nvPr>
        </p:nvSpPr>
        <p:spPr>
          <a:xfrm>
            <a:off x="838080" y="6356520"/>
            <a:ext cx="2742480" cy="36432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200" strike="noStrike" u="none">
                <a:solidFill>
                  <a:schemeClr val="dk1">
                    <a:tint val="75000"/>
                  </a:schemeClr>
                </a:solidFill>
                <a:effectLst/>
                <a:uFillTx/>
                <a:latin typeface="Calibri"/>
              </a:defRPr>
            </a:lvl1pPr>
          </a:lstStyle>
          <a:p>
            <a:pPr indent="0" defTabSz="457200">
              <a:lnSpc>
                <a:spcPct val="100000"/>
              </a:lnSpc>
              <a:buNone/>
              <a:tabLst>
                <a:tab algn="l" pos="0"/>
              </a:tabLst>
            </a:pPr>
            <a:r>
              <a:rPr b="0" lang="en-US" sz="1200" strike="noStrike" u="none">
                <a:solidFill>
                  <a:schemeClr val="dk1">
                    <a:tint val="75000"/>
                  </a:schemeClr>
                </a:solidFill>
                <a:effectLst/>
                <a:uFillTx/>
                <a:latin typeface="Calibri"/>
              </a:rPr>
              <a:t>&lt;date/time&gt;</a:t>
            </a:r>
            <a:endParaRPr b="0" lang="en-US" sz="1200" strike="noStrike" u="none">
              <a:solidFill>
                <a:srgbClr val="000000"/>
              </a:solidFill>
              <a:effectLst/>
              <a:uFillTx/>
              <a:latin typeface="Times New Roman"/>
            </a:endParaRPr>
          </a:p>
        </p:txBody>
      </p:sp>
      <p:sp>
        <p:nvSpPr>
          <p:cNvPr id="82" name="PlaceHolder 5"/>
          <p:cNvSpPr>
            <a:spLocks noGrp="1"/>
          </p:cNvSpPr>
          <p:nvPr>
            <p:ph type="ftr" idx="35"/>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83" name="PlaceHolder 6"/>
          <p:cNvSpPr>
            <a:spLocks noGrp="1"/>
          </p:cNvSpPr>
          <p:nvPr>
            <p:ph type="sldNum" idx="36"/>
          </p:nvPr>
        </p:nvSpPr>
        <p:spPr>
          <a:xfrm>
            <a:off x="8610480" y="6356520"/>
            <a:ext cx="274248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dk1">
                    <a:tint val="75000"/>
                  </a:schemeClr>
                </a:solidFill>
                <a:effectLst/>
                <a:uFillTx/>
                <a:latin typeface="Calibri"/>
              </a:defRPr>
            </a:lvl1pPr>
          </a:lstStyle>
          <a:p>
            <a:pPr indent="0" algn="r" defTabSz="457200">
              <a:lnSpc>
                <a:spcPct val="100000"/>
              </a:lnSpc>
              <a:buNone/>
              <a:tabLst>
                <a:tab algn="l" pos="0"/>
              </a:tabLst>
            </a:pPr>
            <a:fld id="{C7119DEC-F3E2-4798-957C-C1F5AD7EAB86}"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84" name="PlaceHolder 1"/>
          <p:cNvSpPr>
            <a:spLocks noGrp="1"/>
          </p:cNvSpPr>
          <p:nvPr>
            <p:ph type="title"/>
          </p:nvPr>
        </p:nvSpPr>
        <p:spPr>
          <a:xfrm>
            <a:off x="839880" y="457200"/>
            <a:ext cx="3931560" cy="1599480"/>
          </a:xfrm>
          <a:prstGeom prst="rect">
            <a:avLst/>
          </a:prstGeom>
          <a:noFill/>
          <a:ln w="0">
            <a:noFill/>
          </a:ln>
        </p:spPr>
        <p:txBody>
          <a:bodyPr lIns="91440" rIns="91440" tIns="45720" bIns="45720" anchor="b">
            <a:noAutofit/>
          </a:bodyPr>
          <a:p>
            <a:pPr indent="0" defTabSz="914400">
              <a:lnSpc>
                <a:spcPct val="90000"/>
              </a:lnSpc>
              <a:buNone/>
              <a:tabLst>
                <a:tab algn="l" pos="0"/>
              </a:tabLst>
            </a:pPr>
            <a:r>
              <a:rPr b="0" lang="en-US" sz="3200" strike="noStrike" u="none">
                <a:solidFill>
                  <a:schemeClr val="dk1"/>
                </a:solidFill>
                <a:effectLst/>
                <a:uFillTx/>
                <a:latin typeface="Calibri Light"/>
              </a:rPr>
              <a:t>Click to edit Master title style</a:t>
            </a:r>
            <a:endParaRPr b="0" lang="en-US" sz="3200" strike="noStrike" u="none">
              <a:solidFill>
                <a:srgbClr val="000000"/>
              </a:solidFill>
              <a:effectLst/>
              <a:uFillTx/>
              <a:latin typeface="Arial"/>
            </a:endParaRPr>
          </a:p>
        </p:txBody>
      </p:sp>
      <p:sp>
        <p:nvSpPr>
          <p:cNvPr id="85" name="PlaceHolder 2"/>
          <p:cNvSpPr>
            <a:spLocks noGrp="1"/>
          </p:cNvSpPr>
          <p:nvPr>
            <p:ph type="body"/>
          </p:nvPr>
        </p:nvSpPr>
        <p:spPr>
          <a:xfrm>
            <a:off x="5183280" y="987480"/>
            <a:ext cx="6171480" cy="4872960"/>
          </a:xfrm>
          <a:prstGeom prst="rect">
            <a:avLst/>
          </a:prstGeom>
          <a:noFill/>
          <a:ln w="0">
            <a:noFill/>
          </a:ln>
        </p:spPr>
        <p:txBody>
          <a:bodyPr lIns="90000" rIns="90000" tIns="45000" bIns="45000" anchor="t">
            <a:noAutofit/>
          </a:bodyPr>
          <a:p>
            <a:pPr indent="0" defTabSz="457200">
              <a:lnSpc>
                <a:spcPct val="100000"/>
              </a:lnSpc>
              <a:buNone/>
              <a:tabLst>
                <a:tab algn="l" pos="0"/>
              </a:tabLst>
            </a:pPr>
            <a:r>
              <a:rPr b="0" lang="en-US" sz="3200" strike="noStrike" u="none">
                <a:solidFill>
                  <a:schemeClr val="dk1"/>
                </a:solidFill>
                <a:effectLst/>
                <a:uFillTx/>
                <a:latin typeface="Calibri"/>
              </a:rPr>
              <a:t>Click icon to add picture</a:t>
            </a:r>
            <a:endParaRPr b="0" lang="en-US" sz="3200" strike="noStrike" u="none">
              <a:solidFill>
                <a:srgbClr val="000000"/>
              </a:solidFill>
              <a:effectLst/>
              <a:uFillTx/>
              <a:latin typeface="Arial"/>
            </a:endParaRPr>
          </a:p>
        </p:txBody>
      </p:sp>
      <p:sp>
        <p:nvSpPr>
          <p:cNvPr id="86" name="PlaceHolder 3"/>
          <p:cNvSpPr>
            <a:spLocks noGrp="1"/>
          </p:cNvSpPr>
          <p:nvPr>
            <p:ph type="body"/>
          </p:nvPr>
        </p:nvSpPr>
        <p:spPr>
          <a:xfrm>
            <a:off x="839880" y="2057400"/>
            <a:ext cx="3931560" cy="381096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en-US" sz="1600" strike="noStrike" u="none">
                <a:solidFill>
                  <a:schemeClr val="dk1"/>
                </a:solidFill>
                <a:effectLst/>
                <a:uFillTx/>
                <a:latin typeface="Calibri"/>
              </a:rPr>
              <a:t>Click to edit Master text styles</a:t>
            </a:r>
            <a:endParaRPr b="0" lang="en-US" sz="1600" strike="noStrike" u="none">
              <a:solidFill>
                <a:srgbClr val="000000"/>
              </a:solidFill>
              <a:effectLst/>
              <a:uFillTx/>
              <a:latin typeface="Arial"/>
            </a:endParaRPr>
          </a:p>
        </p:txBody>
      </p:sp>
      <p:sp>
        <p:nvSpPr>
          <p:cNvPr id="87" name="PlaceHolder 4"/>
          <p:cNvSpPr>
            <a:spLocks noGrp="1"/>
          </p:cNvSpPr>
          <p:nvPr>
            <p:ph type="dt" idx="37"/>
          </p:nvPr>
        </p:nvSpPr>
        <p:spPr>
          <a:xfrm>
            <a:off x="838080" y="6356520"/>
            <a:ext cx="2742480" cy="36432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200" strike="noStrike" u="none">
                <a:solidFill>
                  <a:schemeClr val="dk1">
                    <a:tint val="75000"/>
                  </a:schemeClr>
                </a:solidFill>
                <a:effectLst/>
                <a:uFillTx/>
                <a:latin typeface="Calibri"/>
              </a:defRPr>
            </a:lvl1pPr>
          </a:lstStyle>
          <a:p>
            <a:pPr indent="0" defTabSz="457200">
              <a:lnSpc>
                <a:spcPct val="100000"/>
              </a:lnSpc>
              <a:buNone/>
              <a:tabLst>
                <a:tab algn="l" pos="0"/>
              </a:tabLst>
            </a:pPr>
            <a:r>
              <a:rPr b="0" lang="en-US" sz="1200" strike="noStrike" u="none">
                <a:solidFill>
                  <a:schemeClr val="dk1">
                    <a:tint val="75000"/>
                  </a:schemeClr>
                </a:solidFill>
                <a:effectLst/>
                <a:uFillTx/>
                <a:latin typeface="Calibri"/>
              </a:rPr>
              <a:t>&lt;date/time&gt;</a:t>
            </a:r>
            <a:endParaRPr b="0" lang="en-US" sz="1200" strike="noStrike" u="none">
              <a:solidFill>
                <a:srgbClr val="000000"/>
              </a:solidFill>
              <a:effectLst/>
              <a:uFillTx/>
              <a:latin typeface="Times New Roman"/>
            </a:endParaRPr>
          </a:p>
        </p:txBody>
      </p:sp>
      <p:sp>
        <p:nvSpPr>
          <p:cNvPr id="88" name="PlaceHolder 5"/>
          <p:cNvSpPr>
            <a:spLocks noGrp="1"/>
          </p:cNvSpPr>
          <p:nvPr>
            <p:ph type="ftr" idx="38"/>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89" name="PlaceHolder 6"/>
          <p:cNvSpPr>
            <a:spLocks noGrp="1"/>
          </p:cNvSpPr>
          <p:nvPr>
            <p:ph type="sldNum" idx="39"/>
          </p:nvPr>
        </p:nvSpPr>
        <p:spPr>
          <a:xfrm>
            <a:off x="8610480" y="6356520"/>
            <a:ext cx="274248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dk1">
                    <a:tint val="75000"/>
                  </a:schemeClr>
                </a:solidFill>
                <a:effectLst/>
                <a:uFillTx/>
                <a:latin typeface="Calibri"/>
              </a:defRPr>
            </a:lvl1pPr>
          </a:lstStyle>
          <a:p>
            <a:pPr indent="0" algn="r" defTabSz="457200">
              <a:lnSpc>
                <a:spcPct val="100000"/>
              </a:lnSpc>
              <a:buNone/>
              <a:tabLst>
                <a:tab algn="l" pos="0"/>
              </a:tabLst>
            </a:pPr>
            <a:fld id="{5C04D8D1-90F4-4105-BA87-679BA2F1BC92}"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90"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trike="noStrike" u="none">
                <a:solidFill>
                  <a:schemeClr val="dk1"/>
                </a:solidFill>
                <a:effectLst/>
                <a:uFillTx/>
                <a:latin typeface="Calibri Light"/>
              </a:rPr>
              <a:t>Click to edit Master title style</a:t>
            </a:r>
            <a:endParaRPr b="0" lang="en-US" sz="4400" strike="noStrike" u="none">
              <a:solidFill>
                <a:srgbClr val="000000"/>
              </a:solidFill>
              <a:effectLst/>
              <a:uFillTx/>
              <a:latin typeface="Arial"/>
            </a:endParaRPr>
          </a:p>
        </p:txBody>
      </p:sp>
      <p:sp>
        <p:nvSpPr>
          <p:cNvPr id="91" name="PlaceHolder 2"/>
          <p:cNvSpPr>
            <a:spLocks noGrp="1"/>
          </p:cNvSpPr>
          <p:nvPr>
            <p:ph type="body"/>
          </p:nvPr>
        </p:nvSpPr>
        <p:spPr>
          <a:xfrm>
            <a:off x="838080" y="1825560"/>
            <a:ext cx="10514880" cy="4350600"/>
          </a:xfrm>
          <a:prstGeom prst="rect">
            <a:avLst/>
          </a:prstGeom>
          <a:noFill/>
          <a:ln w="0">
            <a:noFill/>
          </a:ln>
        </p:spPr>
        <p:txBody>
          <a:bodyPr lIns="91440" rIns="91440" tIns="45720" bIns="45720" anchor="t" vert="eaVert">
            <a:noAutofit/>
          </a:bodyPr>
          <a:p>
            <a:pPr marL="228600" indent="-228600" defTabSz="914400">
              <a:lnSpc>
                <a:spcPct val="90000"/>
              </a:lnSpc>
              <a:spcBef>
                <a:spcPts val="1001"/>
              </a:spcBef>
              <a:buClr>
                <a:srgbClr val="000000"/>
              </a:buClr>
              <a:buFont typeface="Arial"/>
              <a:buChar char="•"/>
            </a:pPr>
            <a:r>
              <a:rPr b="0" lang="en-US" sz="2800" strike="noStrike" u="none">
                <a:solidFill>
                  <a:schemeClr val="dk1"/>
                </a:solidFill>
                <a:effectLst/>
                <a:uFillTx/>
                <a:latin typeface="Calibri"/>
              </a:rPr>
              <a:t>Click to edit Master text styles</a:t>
            </a:r>
            <a:endParaRPr b="0" lang="en-US" sz="2800" strike="noStrike" u="none">
              <a:solidFill>
                <a:srgbClr val="000000"/>
              </a:solidFill>
              <a:effectLst/>
              <a:uFillTx/>
              <a:latin typeface="Arial"/>
            </a:endParaRPr>
          </a:p>
          <a:p>
            <a:pPr lvl="1" marL="685800" indent="-228600" defTabSz="914400">
              <a:lnSpc>
                <a:spcPct val="90000"/>
              </a:lnSpc>
              <a:spcBef>
                <a:spcPts val="499"/>
              </a:spcBef>
              <a:buClr>
                <a:srgbClr val="000000"/>
              </a:buClr>
              <a:buFont typeface="Arial"/>
              <a:buChar char="•"/>
            </a:pPr>
            <a:r>
              <a:rPr b="0" lang="en-US" sz="2400" strike="noStrike" u="none">
                <a:solidFill>
                  <a:schemeClr val="dk1"/>
                </a:solidFill>
                <a:effectLst/>
                <a:uFillTx/>
                <a:latin typeface="Calibri"/>
              </a:rPr>
              <a:t>Second level</a:t>
            </a:r>
            <a:endParaRPr b="0" lang="en-US" sz="2400" strike="noStrike" u="none">
              <a:solidFill>
                <a:srgbClr val="000000"/>
              </a:solidFill>
              <a:effectLst/>
              <a:uFillTx/>
              <a:latin typeface="Arial"/>
            </a:endParaRPr>
          </a:p>
          <a:p>
            <a:pPr lvl="2" marL="1143000" indent="-228600" defTabSz="914400">
              <a:lnSpc>
                <a:spcPct val="90000"/>
              </a:lnSpc>
              <a:spcBef>
                <a:spcPts val="499"/>
              </a:spcBef>
              <a:buClr>
                <a:srgbClr val="000000"/>
              </a:buClr>
              <a:buFont typeface="Arial"/>
              <a:buChar char="•"/>
            </a:pPr>
            <a:r>
              <a:rPr b="0" lang="en-US" sz="2000" strike="noStrike" u="none">
                <a:solidFill>
                  <a:schemeClr val="dk1"/>
                </a:solidFill>
                <a:effectLst/>
                <a:uFillTx/>
                <a:latin typeface="Calibri"/>
              </a:rPr>
              <a:t>Third level</a:t>
            </a:r>
            <a:endParaRPr b="0" lang="en-US" sz="2000" strike="noStrike" u="none">
              <a:solidFill>
                <a:srgbClr val="000000"/>
              </a:solidFill>
              <a:effectLst/>
              <a:uFillTx/>
              <a:latin typeface="Arial"/>
            </a:endParaRPr>
          </a:p>
          <a:p>
            <a:pPr lvl="3" marL="1600200" indent="-228600" defTabSz="914400">
              <a:lnSpc>
                <a:spcPct val="90000"/>
              </a:lnSpc>
              <a:spcBef>
                <a:spcPts val="499"/>
              </a:spcBef>
              <a:buClr>
                <a:srgbClr val="000000"/>
              </a:buClr>
              <a:buFont typeface="Arial"/>
              <a:buChar char="•"/>
            </a:pPr>
            <a:r>
              <a:rPr b="0" lang="en-US" sz="1800" strike="noStrike" u="none">
                <a:solidFill>
                  <a:schemeClr val="dk1"/>
                </a:solidFill>
                <a:effectLst/>
                <a:uFillTx/>
                <a:latin typeface="Calibri"/>
              </a:rPr>
              <a:t>Fourth level</a:t>
            </a:r>
            <a:endParaRPr b="0" lang="en-US" sz="1800" strike="noStrike" u="none">
              <a:solidFill>
                <a:srgbClr val="000000"/>
              </a:solidFill>
              <a:effectLst/>
              <a:uFillTx/>
              <a:latin typeface="Arial"/>
            </a:endParaRPr>
          </a:p>
          <a:p>
            <a:pPr lvl="4" marL="2057400" indent="-228600" defTabSz="914400">
              <a:lnSpc>
                <a:spcPct val="90000"/>
              </a:lnSpc>
              <a:spcBef>
                <a:spcPts val="499"/>
              </a:spcBef>
              <a:buClr>
                <a:srgbClr val="000000"/>
              </a:buClr>
              <a:buFont typeface="Arial"/>
              <a:buChar char="•"/>
            </a:pPr>
            <a:r>
              <a:rPr b="0" lang="en-US" sz="1800" strike="noStrike" u="none">
                <a:solidFill>
                  <a:schemeClr val="dk1"/>
                </a:solidFill>
                <a:effectLst/>
                <a:uFillTx/>
                <a:latin typeface="Calibri"/>
              </a:rPr>
              <a:t>Fifth level</a:t>
            </a:r>
            <a:endParaRPr b="0" lang="en-US" sz="1800" strike="noStrike" u="none">
              <a:solidFill>
                <a:srgbClr val="000000"/>
              </a:solidFill>
              <a:effectLst/>
              <a:uFillTx/>
              <a:latin typeface="Arial"/>
            </a:endParaRPr>
          </a:p>
        </p:txBody>
      </p:sp>
      <p:sp>
        <p:nvSpPr>
          <p:cNvPr id="92" name="PlaceHolder 3"/>
          <p:cNvSpPr>
            <a:spLocks noGrp="1"/>
          </p:cNvSpPr>
          <p:nvPr>
            <p:ph type="dt" idx="40"/>
          </p:nvPr>
        </p:nvSpPr>
        <p:spPr>
          <a:xfrm>
            <a:off x="838080" y="6356520"/>
            <a:ext cx="2742480" cy="36432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200" strike="noStrike" u="none">
                <a:solidFill>
                  <a:schemeClr val="dk1">
                    <a:tint val="75000"/>
                  </a:schemeClr>
                </a:solidFill>
                <a:effectLst/>
                <a:uFillTx/>
                <a:latin typeface="Calibri"/>
              </a:defRPr>
            </a:lvl1pPr>
          </a:lstStyle>
          <a:p>
            <a:pPr indent="0" defTabSz="457200">
              <a:lnSpc>
                <a:spcPct val="100000"/>
              </a:lnSpc>
              <a:buNone/>
              <a:tabLst>
                <a:tab algn="l" pos="0"/>
              </a:tabLst>
            </a:pPr>
            <a:r>
              <a:rPr b="0" lang="en-US" sz="1200" strike="noStrike" u="none">
                <a:solidFill>
                  <a:schemeClr val="dk1">
                    <a:tint val="75000"/>
                  </a:schemeClr>
                </a:solidFill>
                <a:effectLst/>
                <a:uFillTx/>
                <a:latin typeface="Calibri"/>
              </a:rPr>
              <a:t>&lt;date/time&gt;</a:t>
            </a:r>
            <a:endParaRPr b="0" lang="en-US" sz="1200" strike="noStrike" u="none">
              <a:solidFill>
                <a:srgbClr val="000000"/>
              </a:solidFill>
              <a:effectLst/>
              <a:uFillTx/>
              <a:latin typeface="Times New Roman"/>
            </a:endParaRPr>
          </a:p>
        </p:txBody>
      </p:sp>
      <p:sp>
        <p:nvSpPr>
          <p:cNvPr id="93" name="PlaceHolder 4"/>
          <p:cNvSpPr>
            <a:spLocks noGrp="1"/>
          </p:cNvSpPr>
          <p:nvPr>
            <p:ph type="ftr" idx="41"/>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94" name="PlaceHolder 5"/>
          <p:cNvSpPr>
            <a:spLocks noGrp="1"/>
          </p:cNvSpPr>
          <p:nvPr>
            <p:ph type="sldNum" idx="42"/>
          </p:nvPr>
        </p:nvSpPr>
        <p:spPr>
          <a:xfrm>
            <a:off x="8610480" y="6356520"/>
            <a:ext cx="274248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dk1">
                    <a:tint val="75000"/>
                  </a:schemeClr>
                </a:solidFill>
                <a:effectLst/>
                <a:uFillTx/>
                <a:latin typeface="Calibri"/>
              </a:defRPr>
            </a:lvl1pPr>
          </a:lstStyle>
          <a:p>
            <a:pPr indent="0" algn="r" defTabSz="457200">
              <a:lnSpc>
                <a:spcPct val="100000"/>
              </a:lnSpc>
              <a:buNone/>
              <a:tabLst>
                <a:tab algn="l" pos="0"/>
              </a:tabLst>
            </a:pPr>
            <a:fld id="{EB8B5845-2790-455E-9674-FCD2C01ED043}"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95" name="PlaceHolder 1"/>
          <p:cNvSpPr>
            <a:spLocks noGrp="1"/>
          </p:cNvSpPr>
          <p:nvPr>
            <p:ph type="title"/>
          </p:nvPr>
        </p:nvSpPr>
        <p:spPr>
          <a:xfrm>
            <a:off x="8724960" y="365040"/>
            <a:ext cx="2628360" cy="5811120"/>
          </a:xfrm>
          <a:prstGeom prst="rect">
            <a:avLst/>
          </a:prstGeom>
          <a:noFill/>
          <a:ln w="0">
            <a:noFill/>
          </a:ln>
        </p:spPr>
        <p:txBody>
          <a:bodyPr lIns="91440" rIns="91440" tIns="45720" bIns="45720" anchor="ctr" vert="eaVert">
            <a:noAutofit/>
          </a:bodyPr>
          <a:p>
            <a:pPr indent="0" defTabSz="914400">
              <a:lnSpc>
                <a:spcPct val="90000"/>
              </a:lnSpc>
              <a:buNone/>
              <a:tabLst>
                <a:tab algn="l" pos="0"/>
              </a:tabLst>
            </a:pPr>
            <a:r>
              <a:rPr b="0" lang="en-US" sz="4400" strike="noStrike" u="none">
                <a:solidFill>
                  <a:schemeClr val="dk1"/>
                </a:solidFill>
                <a:effectLst/>
                <a:uFillTx/>
                <a:latin typeface="Calibri Light"/>
              </a:rPr>
              <a:t>Click to edit Master title style</a:t>
            </a:r>
            <a:endParaRPr b="0" lang="en-US" sz="4400" strike="noStrike" u="none">
              <a:solidFill>
                <a:srgbClr val="000000"/>
              </a:solidFill>
              <a:effectLst/>
              <a:uFillTx/>
              <a:latin typeface="Arial"/>
            </a:endParaRPr>
          </a:p>
        </p:txBody>
      </p:sp>
      <p:sp>
        <p:nvSpPr>
          <p:cNvPr id="96" name="PlaceHolder 2"/>
          <p:cNvSpPr>
            <a:spLocks noGrp="1"/>
          </p:cNvSpPr>
          <p:nvPr>
            <p:ph type="body"/>
          </p:nvPr>
        </p:nvSpPr>
        <p:spPr>
          <a:xfrm>
            <a:off x="838080" y="365040"/>
            <a:ext cx="7733520" cy="5811120"/>
          </a:xfrm>
          <a:prstGeom prst="rect">
            <a:avLst/>
          </a:prstGeom>
          <a:noFill/>
          <a:ln w="0">
            <a:noFill/>
          </a:ln>
        </p:spPr>
        <p:txBody>
          <a:bodyPr lIns="91440" rIns="91440" tIns="45720" bIns="45720" anchor="t" vert="eaVert">
            <a:noAutofit/>
          </a:bodyPr>
          <a:p>
            <a:pPr marL="228600" indent="-228600" defTabSz="914400">
              <a:lnSpc>
                <a:spcPct val="90000"/>
              </a:lnSpc>
              <a:spcBef>
                <a:spcPts val="1001"/>
              </a:spcBef>
              <a:buClr>
                <a:srgbClr val="000000"/>
              </a:buClr>
              <a:buFont typeface="Arial"/>
              <a:buChar char="•"/>
            </a:pPr>
            <a:r>
              <a:rPr b="0" lang="en-US" sz="2800" strike="noStrike" u="none">
                <a:solidFill>
                  <a:schemeClr val="dk1"/>
                </a:solidFill>
                <a:effectLst/>
                <a:uFillTx/>
                <a:latin typeface="Calibri"/>
              </a:rPr>
              <a:t>Click to edit Master text styles</a:t>
            </a:r>
            <a:endParaRPr b="0" lang="en-US" sz="2800" strike="noStrike" u="none">
              <a:solidFill>
                <a:srgbClr val="000000"/>
              </a:solidFill>
              <a:effectLst/>
              <a:uFillTx/>
              <a:latin typeface="Arial"/>
            </a:endParaRPr>
          </a:p>
          <a:p>
            <a:pPr lvl="1" marL="685800" indent="-228600" defTabSz="914400">
              <a:lnSpc>
                <a:spcPct val="90000"/>
              </a:lnSpc>
              <a:spcBef>
                <a:spcPts val="499"/>
              </a:spcBef>
              <a:buClr>
                <a:srgbClr val="000000"/>
              </a:buClr>
              <a:buFont typeface="Arial"/>
              <a:buChar char="•"/>
            </a:pPr>
            <a:r>
              <a:rPr b="0" lang="en-US" sz="2400" strike="noStrike" u="none">
                <a:solidFill>
                  <a:schemeClr val="dk1"/>
                </a:solidFill>
                <a:effectLst/>
                <a:uFillTx/>
                <a:latin typeface="Calibri"/>
              </a:rPr>
              <a:t>Second level</a:t>
            </a:r>
            <a:endParaRPr b="0" lang="en-US" sz="2400" strike="noStrike" u="none">
              <a:solidFill>
                <a:srgbClr val="000000"/>
              </a:solidFill>
              <a:effectLst/>
              <a:uFillTx/>
              <a:latin typeface="Arial"/>
            </a:endParaRPr>
          </a:p>
          <a:p>
            <a:pPr lvl="2" marL="1143000" indent="-228600" defTabSz="914400">
              <a:lnSpc>
                <a:spcPct val="90000"/>
              </a:lnSpc>
              <a:spcBef>
                <a:spcPts val="499"/>
              </a:spcBef>
              <a:buClr>
                <a:srgbClr val="000000"/>
              </a:buClr>
              <a:buFont typeface="Arial"/>
              <a:buChar char="•"/>
            </a:pPr>
            <a:r>
              <a:rPr b="0" lang="en-US" sz="2000" strike="noStrike" u="none">
                <a:solidFill>
                  <a:schemeClr val="dk1"/>
                </a:solidFill>
                <a:effectLst/>
                <a:uFillTx/>
                <a:latin typeface="Calibri"/>
              </a:rPr>
              <a:t>Third level</a:t>
            </a:r>
            <a:endParaRPr b="0" lang="en-US" sz="2000" strike="noStrike" u="none">
              <a:solidFill>
                <a:srgbClr val="000000"/>
              </a:solidFill>
              <a:effectLst/>
              <a:uFillTx/>
              <a:latin typeface="Arial"/>
            </a:endParaRPr>
          </a:p>
          <a:p>
            <a:pPr lvl="3" marL="1600200" indent="-228600" defTabSz="914400">
              <a:lnSpc>
                <a:spcPct val="90000"/>
              </a:lnSpc>
              <a:spcBef>
                <a:spcPts val="499"/>
              </a:spcBef>
              <a:buClr>
                <a:srgbClr val="000000"/>
              </a:buClr>
              <a:buFont typeface="Arial"/>
              <a:buChar char="•"/>
            </a:pPr>
            <a:r>
              <a:rPr b="0" lang="en-US" sz="1800" strike="noStrike" u="none">
                <a:solidFill>
                  <a:schemeClr val="dk1"/>
                </a:solidFill>
                <a:effectLst/>
                <a:uFillTx/>
                <a:latin typeface="Calibri"/>
              </a:rPr>
              <a:t>Fourth level</a:t>
            </a:r>
            <a:endParaRPr b="0" lang="en-US" sz="1800" strike="noStrike" u="none">
              <a:solidFill>
                <a:srgbClr val="000000"/>
              </a:solidFill>
              <a:effectLst/>
              <a:uFillTx/>
              <a:latin typeface="Arial"/>
            </a:endParaRPr>
          </a:p>
          <a:p>
            <a:pPr lvl="4" marL="2057400" indent="-228600" defTabSz="914400">
              <a:lnSpc>
                <a:spcPct val="90000"/>
              </a:lnSpc>
              <a:spcBef>
                <a:spcPts val="499"/>
              </a:spcBef>
              <a:buClr>
                <a:srgbClr val="000000"/>
              </a:buClr>
              <a:buFont typeface="Arial"/>
              <a:buChar char="•"/>
            </a:pPr>
            <a:r>
              <a:rPr b="0" lang="en-US" sz="1800" strike="noStrike" u="none">
                <a:solidFill>
                  <a:schemeClr val="dk1"/>
                </a:solidFill>
                <a:effectLst/>
                <a:uFillTx/>
                <a:latin typeface="Calibri"/>
              </a:rPr>
              <a:t>Fifth level</a:t>
            </a:r>
            <a:endParaRPr b="0" lang="en-US" sz="1800" strike="noStrike" u="none">
              <a:solidFill>
                <a:srgbClr val="000000"/>
              </a:solidFill>
              <a:effectLst/>
              <a:uFillTx/>
              <a:latin typeface="Arial"/>
            </a:endParaRPr>
          </a:p>
        </p:txBody>
      </p:sp>
      <p:sp>
        <p:nvSpPr>
          <p:cNvPr id="97" name="PlaceHolder 3"/>
          <p:cNvSpPr>
            <a:spLocks noGrp="1"/>
          </p:cNvSpPr>
          <p:nvPr>
            <p:ph type="dt" idx="43"/>
          </p:nvPr>
        </p:nvSpPr>
        <p:spPr>
          <a:xfrm>
            <a:off x="838080" y="6356520"/>
            <a:ext cx="2742480" cy="36432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200" strike="noStrike" u="none">
                <a:solidFill>
                  <a:schemeClr val="dk1">
                    <a:tint val="75000"/>
                  </a:schemeClr>
                </a:solidFill>
                <a:effectLst/>
                <a:uFillTx/>
                <a:latin typeface="Calibri"/>
              </a:defRPr>
            </a:lvl1pPr>
          </a:lstStyle>
          <a:p>
            <a:pPr indent="0" defTabSz="457200">
              <a:lnSpc>
                <a:spcPct val="100000"/>
              </a:lnSpc>
              <a:buNone/>
              <a:tabLst>
                <a:tab algn="l" pos="0"/>
              </a:tabLst>
            </a:pPr>
            <a:r>
              <a:rPr b="0" lang="en-US" sz="1200" strike="noStrike" u="none">
                <a:solidFill>
                  <a:schemeClr val="dk1">
                    <a:tint val="75000"/>
                  </a:schemeClr>
                </a:solidFill>
                <a:effectLst/>
                <a:uFillTx/>
                <a:latin typeface="Calibri"/>
              </a:rPr>
              <a:t>&lt;date/time&gt;</a:t>
            </a:r>
            <a:endParaRPr b="0" lang="en-US" sz="1200" strike="noStrike" u="none">
              <a:solidFill>
                <a:srgbClr val="000000"/>
              </a:solidFill>
              <a:effectLst/>
              <a:uFillTx/>
              <a:latin typeface="Times New Roman"/>
            </a:endParaRPr>
          </a:p>
        </p:txBody>
      </p:sp>
      <p:sp>
        <p:nvSpPr>
          <p:cNvPr id="98" name="PlaceHolder 4"/>
          <p:cNvSpPr>
            <a:spLocks noGrp="1"/>
          </p:cNvSpPr>
          <p:nvPr>
            <p:ph type="ftr" idx="44"/>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99" name="PlaceHolder 5"/>
          <p:cNvSpPr>
            <a:spLocks noGrp="1"/>
          </p:cNvSpPr>
          <p:nvPr>
            <p:ph type="sldNum" idx="45"/>
          </p:nvPr>
        </p:nvSpPr>
        <p:spPr>
          <a:xfrm>
            <a:off x="8610480" y="6356520"/>
            <a:ext cx="274248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dk1">
                    <a:tint val="75000"/>
                  </a:schemeClr>
                </a:solidFill>
                <a:effectLst/>
                <a:uFillTx/>
                <a:latin typeface="Calibri"/>
              </a:defRPr>
            </a:lvl1pPr>
          </a:lstStyle>
          <a:p>
            <a:pPr indent="0" algn="r" defTabSz="457200">
              <a:lnSpc>
                <a:spcPct val="100000"/>
              </a:lnSpc>
              <a:buNone/>
              <a:tabLst>
                <a:tab algn="l" pos="0"/>
              </a:tabLst>
            </a:pPr>
            <a:fld id="{5D4E2671-1CE0-4E99-BE59-E32961E0E3A2}"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Title Slide">
    <p:bg>
      <p:bgPr>
        <a:solidFill>
          <a:srgbClr val="ffffff"/>
        </a:solidFill>
      </p:bgPr>
    </p:bg>
    <p:spTree>
      <p:nvGrpSpPr>
        <p:cNvPr id="1" name=""/>
        <p:cNvGrpSpPr/>
        <p:nvPr/>
      </p:nvGrpSpPr>
      <p:grpSpPr>
        <a:xfrm>
          <a:off x="0" y="0"/>
          <a:ext cx="0" cy="0"/>
          <a:chOff x="0" y="0"/>
          <a:chExt cx="0" cy="0"/>
        </a:xfrm>
      </p:grpSpPr>
      <p:sp>
        <p:nvSpPr>
          <p:cNvPr id="100" name="PlaceHolder 1"/>
          <p:cNvSpPr>
            <a:spLocks noGrp="1"/>
          </p:cNvSpPr>
          <p:nvPr>
            <p:ph type="title"/>
          </p:nvPr>
        </p:nvSpPr>
        <p:spPr>
          <a:xfrm>
            <a:off x="822960" y="822960"/>
            <a:ext cx="6839280" cy="4662720"/>
          </a:xfrm>
          <a:prstGeom prst="rect">
            <a:avLst/>
          </a:prstGeom>
          <a:noFill/>
          <a:ln w="0">
            <a:noFill/>
          </a:ln>
        </p:spPr>
        <p:txBody>
          <a:bodyPr lIns="91440" rIns="91440" tIns="45720" bIns="45720" anchor="ctr">
            <a:noAutofit/>
          </a:bodyPr>
          <a:p>
            <a:pPr indent="0" defTabSz="914400">
              <a:lnSpc>
                <a:spcPct val="100000"/>
              </a:lnSpc>
              <a:buNone/>
              <a:tabLst>
                <a:tab algn="l" pos="0"/>
              </a:tabLst>
            </a:pPr>
            <a:r>
              <a:rPr b="1" lang="en-US" sz="6000" strike="noStrike" u="none" cap="all">
                <a:solidFill>
                  <a:schemeClr val="dk2"/>
                </a:solidFill>
                <a:effectLst/>
                <a:uFillTx/>
                <a:latin typeface="Calibri Light"/>
              </a:rPr>
              <a:t>Click to edit Master title style</a:t>
            </a:r>
            <a:endParaRPr b="0" lang="en-US" sz="6000" strike="noStrike" u="none">
              <a:solidFill>
                <a:srgbClr val="000000"/>
              </a:solidFill>
              <a:effectLst/>
              <a:uFillTx/>
              <a:latin typeface="Arial"/>
            </a:endParaRPr>
          </a:p>
        </p:txBody>
      </p:sp>
      <p:sp>
        <p:nvSpPr>
          <p:cNvPr id="101" name="PlaceHolder 2"/>
          <p:cNvSpPr>
            <a:spLocks noGrp="1"/>
          </p:cNvSpPr>
          <p:nvPr>
            <p:ph type="body"/>
          </p:nvPr>
        </p:nvSpPr>
        <p:spPr>
          <a:xfrm>
            <a:off x="7793640" y="0"/>
            <a:ext cx="4397400" cy="6857280"/>
          </a:xfrm>
          <a:prstGeom prst="rect">
            <a:avLst/>
          </a:prstGeom>
          <a:noFill/>
          <a:ln w="0">
            <a:noFill/>
          </a:ln>
        </p:spPr>
        <p:txBody>
          <a:bodyPr lIns="90000" rIns="90000" tIns="45000" bIns="45000" anchor="t">
            <a:noAutofit/>
          </a:bodyPr>
          <a:p>
            <a:pPr indent="0" algn="ctr" defTabSz="457200">
              <a:lnSpc>
                <a:spcPct val="100000"/>
              </a:lnSpc>
              <a:buNone/>
              <a:tabLst>
                <a:tab algn="l" pos="0"/>
              </a:tabLst>
            </a:pPr>
            <a:r>
              <a:rPr b="0" lang="en-US" sz="1800" strike="noStrike" u="none">
                <a:solidFill>
                  <a:schemeClr val="dk1"/>
                </a:solidFill>
                <a:effectLst/>
                <a:uFillTx/>
                <a:latin typeface="Calibri"/>
              </a:rPr>
              <a:t>Click icon to add picture</a:t>
            </a:r>
            <a:endParaRPr b="0" lang="en-US" sz="1800" strike="noStrike" u="none">
              <a:solidFill>
                <a:srgbClr val="000000"/>
              </a:solidFill>
              <a:effectLst/>
              <a:uFillTx/>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Agenda">
    <p:bg>
      <p:bgPr>
        <a:solidFill>
          <a:srgbClr val="ffffff"/>
        </a:solidFill>
      </p:bgPr>
    </p:bg>
    <p:spTree>
      <p:nvGrpSpPr>
        <p:cNvPr id="1" name=""/>
        <p:cNvGrpSpPr/>
        <p:nvPr/>
      </p:nvGrpSpPr>
      <p:grpSpPr>
        <a:xfrm>
          <a:off x="0" y="0"/>
          <a:ext cx="0" cy="0"/>
          <a:chOff x="0" y="0"/>
          <a:chExt cx="0" cy="0"/>
        </a:xfrm>
      </p:grpSpPr>
      <p:sp>
        <p:nvSpPr>
          <p:cNvPr id="102" name="PlaceHolder 1"/>
          <p:cNvSpPr>
            <a:spLocks noGrp="1"/>
          </p:cNvSpPr>
          <p:nvPr>
            <p:ph type="title"/>
          </p:nvPr>
        </p:nvSpPr>
        <p:spPr>
          <a:xfrm>
            <a:off x="822960" y="822960"/>
            <a:ext cx="4388400" cy="1919520"/>
          </a:xfrm>
          <a:prstGeom prst="rect">
            <a:avLst/>
          </a:prstGeom>
          <a:noFill/>
          <a:ln w="0">
            <a:noFill/>
          </a:ln>
        </p:spPr>
        <p:txBody>
          <a:bodyPr lIns="91440" rIns="91440" tIns="45720" bIns="45720" anchor="b">
            <a:normAutofit/>
          </a:bodyPr>
          <a:p>
            <a:pPr indent="0" defTabSz="914400">
              <a:lnSpc>
                <a:spcPct val="90000"/>
              </a:lnSpc>
              <a:buNone/>
              <a:tabLst>
                <a:tab algn="l" pos="0"/>
              </a:tabLst>
            </a:pPr>
            <a:r>
              <a:rPr b="1" lang="en-US" sz="3200" strike="noStrike" u="none">
                <a:solidFill>
                  <a:schemeClr val="lt1"/>
                </a:solidFill>
                <a:effectLst/>
                <a:uFillTx/>
                <a:latin typeface="Calibri Light"/>
              </a:rPr>
              <a:t>click to edit master title style</a:t>
            </a:r>
            <a:endParaRPr b="0" lang="en-US" sz="3200" strike="noStrike" u="none">
              <a:solidFill>
                <a:srgbClr val="000000"/>
              </a:solidFill>
              <a:effectLst/>
              <a:uFillTx/>
              <a:latin typeface="Arial"/>
            </a:endParaRPr>
          </a:p>
        </p:txBody>
      </p:sp>
      <p:sp>
        <p:nvSpPr>
          <p:cNvPr id="103" name="PlaceHolder 2"/>
          <p:cNvSpPr>
            <a:spLocks noGrp="1"/>
          </p:cNvSpPr>
          <p:nvPr>
            <p:ph type="body"/>
          </p:nvPr>
        </p:nvSpPr>
        <p:spPr>
          <a:xfrm>
            <a:off x="822960" y="3529440"/>
            <a:ext cx="4388400" cy="2349360"/>
          </a:xfrm>
          <a:prstGeom prst="rect">
            <a:avLst/>
          </a:prstGeom>
          <a:noFill/>
          <a:ln w="0">
            <a:noFill/>
          </a:ln>
        </p:spPr>
        <p:txBody>
          <a:bodyPr lIns="91440" rIns="91440" tIns="45720" bIns="45720" anchor="t">
            <a:noAutofit/>
          </a:bodyPr>
          <a:p>
            <a:pPr marL="285840" indent="-285840" defTabSz="914400">
              <a:lnSpc>
                <a:spcPts val="2500"/>
              </a:lnSpc>
              <a:spcAft>
                <a:spcPts val="1001"/>
              </a:spcAft>
              <a:buClr>
                <a:srgbClr val="ffffff"/>
              </a:buClr>
              <a:buFont typeface="Arial"/>
              <a:buChar char="•"/>
            </a:pPr>
            <a:r>
              <a:rPr b="0" lang="en-US" sz="1800" strike="noStrike" u="none">
                <a:solidFill>
                  <a:schemeClr val="lt1"/>
                </a:solidFill>
                <a:effectLst/>
                <a:uFillTx/>
                <a:latin typeface="Calibri"/>
              </a:rPr>
              <a:t>Click to edit Master text styles</a:t>
            </a:r>
            <a:endParaRPr b="0" lang="en-US" sz="1800" strike="noStrike" u="none">
              <a:solidFill>
                <a:srgbClr val="000000"/>
              </a:solidFill>
              <a:effectLst/>
              <a:uFillTx/>
              <a:latin typeface="Arial"/>
            </a:endParaRPr>
          </a:p>
          <a:p>
            <a:pPr lvl="1" marL="685800" indent="-228600" defTabSz="914400">
              <a:lnSpc>
                <a:spcPct val="90000"/>
              </a:lnSpc>
              <a:spcBef>
                <a:spcPts val="499"/>
              </a:spcBef>
              <a:buClr>
                <a:srgbClr val="ffffff"/>
              </a:buClr>
              <a:buFont typeface="Arial"/>
              <a:buChar char="•"/>
            </a:pPr>
            <a:r>
              <a:rPr b="0" lang="en-US" sz="1600" strike="noStrike" u="none">
                <a:solidFill>
                  <a:schemeClr val="lt1"/>
                </a:solidFill>
                <a:effectLst/>
                <a:uFillTx/>
                <a:latin typeface="Calibri"/>
              </a:rPr>
              <a:t>Second level</a:t>
            </a:r>
            <a:endParaRPr b="0" lang="en-US" sz="1600" strike="noStrike" u="none">
              <a:solidFill>
                <a:srgbClr val="000000"/>
              </a:solidFill>
              <a:effectLst/>
              <a:uFillTx/>
              <a:latin typeface="Arial"/>
            </a:endParaRPr>
          </a:p>
          <a:p>
            <a:pPr lvl="2" marL="1143000" indent="-228600" defTabSz="914400">
              <a:lnSpc>
                <a:spcPct val="90000"/>
              </a:lnSpc>
              <a:spcBef>
                <a:spcPts val="499"/>
              </a:spcBef>
              <a:buClr>
                <a:srgbClr val="ffffff"/>
              </a:buClr>
              <a:buFont typeface="Arial"/>
              <a:buChar char="•"/>
            </a:pPr>
            <a:r>
              <a:rPr b="0" lang="en-US" sz="1400" strike="noStrike" u="none">
                <a:solidFill>
                  <a:schemeClr val="lt1"/>
                </a:solidFill>
                <a:effectLst/>
                <a:uFillTx/>
                <a:latin typeface="Calibri"/>
              </a:rPr>
              <a:t>Third level</a:t>
            </a:r>
            <a:endParaRPr b="0" lang="en-US" sz="1400" strike="noStrike" u="none">
              <a:solidFill>
                <a:srgbClr val="000000"/>
              </a:solidFill>
              <a:effectLst/>
              <a:uFillTx/>
              <a:latin typeface="Arial"/>
            </a:endParaRPr>
          </a:p>
          <a:p>
            <a:pPr lvl="3" marL="1600200" indent="-228600" defTabSz="914400">
              <a:lnSpc>
                <a:spcPct val="90000"/>
              </a:lnSpc>
              <a:spcBef>
                <a:spcPts val="499"/>
              </a:spcBef>
              <a:buClr>
                <a:srgbClr val="ffffff"/>
              </a:buClr>
              <a:buFont typeface="Arial"/>
              <a:buChar char="•"/>
            </a:pPr>
            <a:r>
              <a:rPr b="0" lang="en-US" sz="1200" strike="noStrike" u="none">
                <a:solidFill>
                  <a:schemeClr val="lt1"/>
                </a:solidFill>
                <a:effectLst/>
                <a:uFillTx/>
                <a:latin typeface="Calibri"/>
              </a:rPr>
              <a:t>Fourth level</a:t>
            </a:r>
            <a:endParaRPr b="0" lang="en-US" sz="1200" strike="noStrike" u="none">
              <a:solidFill>
                <a:srgbClr val="000000"/>
              </a:solidFill>
              <a:effectLst/>
              <a:uFillTx/>
              <a:latin typeface="Arial"/>
            </a:endParaRPr>
          </a:p>
          <a:p>
            <a:pPr lvl="4" marL="2057400" indent="-228600" defTabSz="914400">
              <a:lnSpc>
                <a:spcPct val="90000"/>
              </a:lnSpc>
              <a:spcBef>
                <a:spcPts val="499"/>
              </a:spcBef>
              <a:buClr>
                <a:srgbClr val="ffffff"/>
              </a:buClr>
              <a:buFont typeface="Arial"/>
              <a:buChar char="•"/>
            </a:pPr>
            <a:r>
              <a:rPr b="0" lang="en-US" sz="1200" strike="noStrike" u="none">
                <a:solidFill>
                  <a:schemeClr val="lt1"/>
                </a:solidFill>
                <a:effectLst/>
                <a:uFillTx/>
                <a:latin typeface="Calibri"/>
              </a:rPr>
              <a:t>Fifth level</a:t>
            </a:r>
            <a:endParaRPr b="0" lang="en-US" sz="1200" strike="noStrike" u="none">
              <a:solidFill>
                <a:srgbClr val="000000"/>
              </a:solidFill>
              <a:effectLst/>
              <a:uFillTx/>
              <a:latin typeface="Arial"/>
            </a:endParaRPr>
          </a:p>
        </p:txBody>
      </p:sp>
      <p:sp>
        <p:nvSpPr>
          <p:cNvPr id="104" name="PlaceHolder 3"/>
          <p:cNvSpPr>
            <a:spLocks noGrp="1"/>
          </p:cNvSpPr>
          <p:nvPr>
            <p:ph type="body"/>
          </p:nvPr>
        </p:nvSpPr>
        <p:spPr>
          <a:xfrm>
            <a:off x="5690520" y="0"/>
            <a:ext cx="6500520" cy="6857280"/>
          </a:xfrm>
          <a:prstGeom prst="rect">
            <a:avLst/>
          </a:prstGeom>
          <a:noFill/>
          <a:ln w="0">
            <a:noFill/>
          </a:ln>
        </p:spPr>
        <p:txBody>
          <a:bodyPr lIns="90000" rIns="90000" tIns="45000" bIns="45000" anchor="t">
            <a:noAutofit/>
          </a:bodyPr>
          <a:p>
            <a:pPr indent="0" algn="ctr" defTabSz="457200">
              <a:lnSpc>
                <a:spcPct val="100000"/>
              </a:lnSpc>
              <a:buNone/>
              <a:tabLst>
                <a:tab algn="l" pos="0"/>
              </a:tabLst>
            </a:pPr>
            <a:r>
              <a:rPr b="0" lang="en-US" sz="1800" strike="noStrike" u="none">
                <a:solidFill>
                  <a:schemeClr val="lt1"/>
                </a:solidFill>
                <a:effectLst/>
                <a:uFillTx/>
                <a:latin typeface="Calibri"/>
              </a:rPr>
              <a:t>Click icon to add picture</a:t>
            </a:r>
            <a:endParaRPr b="0" lang="en-US" sz="1800" strike="noStrike" u="none">
              <a:solidFill>
                <a:srgbClr val="000000"/>
              </a:solidFill>
              <a:effectLst/>
              <a:uFillTx/>
              <a:latin typeface="Arial"/>
            </a:endParaRPr>
          </a:p>
        </p:txBody>
      </p:sp>
      <p:sp>
        <p:nvSpPr>
          <p:cNvPr id="105" name="PlaceHolder 4"/>
          <p:cNvSpPr>
            <a:spLocks noGrp="1"/>
          </p:cNvSpPr>
          <p:nvPr>
            <p:ph type="ftr" idx="46"/>
          </p:nvPr>
        </p:nvSpPr>
        <p:spPr>
          <a:xfrm>
            <a:off x="173880" y="625464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106" name="PlaceHolder 5"/>
          <p:cNvSpPr>
            <a:spLocks noGrp="1"/>
          </p:cNvSpPr>
          <p:nvPr>
            <p:ph type="sldNum" idx="47"/>
          </p:nvPr>
        </p:nvSpPr>
        <p:spPr>
          <a:xfrm>
            <a:off x="8610480" y="6356520"/>
            <a:ext cx="274248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lt1">
                    <a:tint val="75000"/>
                    <a:alpha val="78000"/>
                  </a:schemeClr>
                </a:solidFill>
                <a:effectLst/>
                <a:uFillTx/>
                <a:latin typeface="Calibri"/>
              </a:defRPr>
            </a:lvl1pPr>
          </a:lstStyle>
          <a:p>
            <a:pPr indent="0" algn="r" defTabSz="457200">
              <a:lnSpc>
                <a:spcPct val="100000"/>
              </a:lnSpc>
              <a:buNone/>
              <a:tabLst>
                <a:tab algn="l" pos="0"/>
              </a:tabLst>
            </a:pPr>
            <a:fld id="{417CEE8F-F1D2-4A8D-BD65-116DFB81A6C5}" type="slidenum">
              <a:rPr b="0" lang="en-US" sz="1200" strike="noStrike" u="none">
                <a:solidFill>
                  <a:schemeClr val="lt1">
                    <a:tint val="75000"/>
                    <a:alpha val="78000"/>
                  </a:schemeClr>
                </a:solidFill>
                <a:effectLst/>
                <a:uFillTx/>
                <a:latin typeface="Calibri"/>
              </a:rPr>
              <a:t>&lt;number&gt;</a:t>
            </a:fld>
            <a:endParaRPr b="0" lang="en-US" sz="1200" strike="noStrike" u="none">
              <a:solidFill>
                <a:srgbClr val="000000"/>
              </a:solidFill>
              <a:effectLst/>
              <a:uFillTx/>
              <a:latin typeface="Times New Roman"/>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Content 2">
    <p:bg>
      <p:bgPr>
        <a:solidFill>
          <a:srgbClr val="ffffff"/>
        </a:solidFill>
      </p:bgPr>
    </p:bg>
    <p:spTree>
      <p:nvGrpSpPr>
        <p:cNvPr id="1" name=""/>
        <p:cNvGrpSpPr/>
        <p:nvPr/>
      </p:nvGrpSpPr>
      <p:grpSpPr>
        <a:xfrm>
          <a:off x="0" y="0"/>
          <a:ext cx="0" cy="0"/>
          <a:chOff x="0" y="0"/>
          <a:chExt cx="0" cy="0"/>
        </a:xfrm>
      </p:grpSpPr>
      <p:sp>
        <p:nvSpPr>
          <p:cNvPr id="107" name="PlaceHolder 1"/>
          <p:cNvSpPr>
            <a:spLocks noGrp="1"/>
          </p:cNvSpPr>
          <p:nvPr>
            <p:ph type="title"/>
          </p:nvPr>
        </p:nvSpPr>
        <p:spPr>
          <a:xfrm>
            <a:off x="6812280" y="822960"/>
            <a:ext cx="4662720" cy="1919520"/>
          </a:xfrm>
          <a:prstGeom prst="rect">
            <a:avLst/>
          </a:prstGeom>
          <a:noFill/>
          <a:ln w="0">
            <a:noFill/>
          </a:ln>
        </p:spPr>
        <p:txBody>
          <a:bodyPr lIns="91440" rIns="91440" tIns="45720" bIns="45720" anchor="b">
            <a:normAutofit/>
          </a:bodyPr>
          <a:p>
            <a:pPr indent="0" defTabSz="914400">
              <a:lnSpc>
                <a:spcPct val="90000"/>
              </a:lnSpc>
              <a:buNone/>
              <a:tabLst>
                <a:tab algn="l" pos="0"/>
              </a:tabLst>
            </a:pPr>
            <a:r>
              <a:rPr b="1" lang="en-US" sz="3200" strike="noStrike" u="none">
                <a:solidFill>
                  <a:schemeClr val="lt1"/>
                </a:solidFill>
                <a:effectLst/>
                <a:uFillTx/>
                <a:latin typeface="Calibri Light"/>
              </a:rPr>
              <a:t>click to edit master title style</a:t>
            </a:r>
            <a:endParaRPr b="0" lang="en-US" sz="3200" strike="noStrike" u="none">
              <a:solidFill>
                <a:srgbClr val="000000"/>
              </a:solidFill>
              <a:effectLst/>
              <a:uFillTx/>
              <a:latin typeface="Arial"/>
            </a:endParaRPr>
          </a:p>
        </p:txBody>
      </p:sp>
      <p:sp>
        <p:nvSpPr>
          <p:cNvPr id="108" name="PlaceHolder 2"/>
          <p:cNvSpPr>
            <a:spLocks noGrp="1"/>
          </p:cNvSpPr>
          <p:nvPr>
            <p:ph type="body"/>
          </p:nvPr>
        </p:nvSpPr>
        <p:spPr>
          <a:xfrm>
            <a:off x="0" y="0"/>
            <a:ext cx="6107400" cy="6857280"/>
          </a:xfrm>
          <a:prstGeom prst="rect">
            <a:avLst/>
          </a:prstGeom>
          <a:solidFill>
            <a:schemeClr val="lt1">
              <a:lumMod val="95000"/>
            </a:schemeClr>
          </a:solidFill>
          <a:ln w="0">
            <a:noFill/>
          </a:ln>
        </p:spPr>
        <p:txBody>
          <a:bodyPr lIns="90000" rIns="90000" tIns="45000" bIns="45000" anchor="ctr">
            <a:noAutofit/>
          </a:bodyPr>
          <a:p>
            <a:pPr indent="0" algn="ctr" defTabSz="457200">
              <a:lnSpc>
                <a:spcPct val="100000"/>
              </a:lnSpc>
              <a:buNone/>
              <a:tabLst>
                <a:tab algn="l" pos="0"/>
              </a:tabLst>
            </a:pPr>
            <a:r>
              <a:rPr b="0" lang="en-US" sz="1800" strike="noStrike" u="none">
                <a:solidFill>
                  <a:schemeClr val="dk1"/>
                </a:solidFill>
                <a:effectLst/>
                <a:uFillTx/>
                <a:latin typeface="Calibri"/>
              </a:rPr>
              <a:t>Click icon to add picture</a:t>
            </a:r>
            <a:endParaRPr b="0" lang="en-US" sz="1800" strike="noStrike" u="none">
              <a:solidFill>
                <a:srgbClr val="000000"/>
              </a:solidFill>
              <a:effectLst/>
              <a:uFillTx/>
              <a:latin typeface="Arial"/>
            </a:endParaRPr>
          </a:p>
        </p:txBody>
      </p:sp>
      <p:sp>
        <p:nvSpPr>
          <p:cNvPr id="109" name="PlaceHolder 3"/>
          <p:cNvSpPr>
            <a:spLocks noGrp="1"/>
          </p:cNvSpPr>
          <p:nvPr>
            <p:ph type="body"/>
          </p:nvPr>
        </p:nvSpPr>
        <p:spPr>
          <a:xfrm>
            <a:off x="6812280" y="3529440"/>
            <a:ext cx="4662720" cy="2349360"/>
          </a:xfrm>
          <a:prstGeom prst="rect">
            <a:avLst/>
          </a:prstGeom>
          <a:noFill/>
          <a:ln w="0">
            <a:noFill/>
          </a:ln>
        </p:spPr>
        <p:txBody>
          <a:bodyPr lIns="91440" rIns="91440" tIns="45720" bIns="45720" anchor="t">
            <a:noAutofit/>
          </a:bodyPr>
          <a:p>
            <a:pPr marL="285840" indent="-285840" defTabSz="914400">
              <a:lnSpc>
                <a:spcPct val="90000"/>
              </a:lnSpc>
              <a:spcBef>
                <a:spcPts val="1001"/>
              </a:spcBef>
              <a:buClr>
                <a:srgbClr val="ffffff"/>
              </a:buClr>
              <a:buFont typeface="Arial"/>
              <a:buChar char="•"/>
            </a:pPr>
            <a:r>
              <a:rPr b="0" lang="en-US" sz="1800" strike="noStrike" u="none">
                <a:solidFill>
                  <a:schemeClr val="lt1"/>
                </a:solidFill>
                <a:effectLst/>
                <a:uFillTx/>
                <a:latin typeface="Calibri"/>
              </a:rPr>
              <a:t>Click to edit Master text styles</a:t>
            </a:r>
            <a:endParaRPr b="0" lang="en-US" sz="1800" strike="noStrike" u="none">
              <a:solidFill>
                <a:srgbClr val="000000"/>
              </a:solidFill>
              <a:effectLst/>
              <a:uFillTx/>
              <a:latin typeface="Arial"/>
            </a:endParaRPr>
          </a:p>
          <a:p>
            <a:pPr lvl="1" marL="685800" indent="-228600" defTabSz="914400">
              <a:lnSpc>
                <a:spcPct val="90000"/>
              </a:lnSpc>
              <a:spcBef>
                <a:spcPts val="499"/>
              </a:spcBef>
              <a:buClr>
                <a:srgbClr val="ffffff"/>
              </a:buClr>
              <a:buFont typeface="Arial"/>
              <a:buChar char="•"/>
            </a:pPr>
            <a:r>
              <a:rPr b="0" lang="en-US" sz="1600" strike="noStrike" u="none">
                <a:solidFill>
                  <a:schemeClr val="lt1"/>
                </a:solidFill>
                <a:effectLst/>
                <a:uFillTx/>
                <a:latin typeface="Calibri"/>
              </a:rPr>
              <a:t>Second level</a:t>
            </a:r>
            <a:endParaRPr b="0" lang="en-US" sz="1600" strike="noStrike" u="none">
              <a:solidFill>
                <a:srgbClr val="000000"/>
              </a:solidFill>
              <a:effectLst/>
              <a:uFillTx/>
              <a:latin typeface="Arial"/>
            </a:endParaRPr>
          </a:p>
          <a:p>
            <a:pPr lvl="2" marL="1143000" indent="-228600" defTabSz="914400">
              <a:lnSpc>
                <a:spcPct val="90000"/>
              </a:lnSpc>
              <a:spcBef>
                <a:spcPts val="499"/>
              </a:spcBef>
              <a:buClr>
                <a:srgbClr val="ffffff"/>
              </a:buClr>
              <a:buFont typeface="Arial"/>
              <a:buChar char="•"/>
            </a:pPr>
            <a:r>
              <a:rPr b="0" lang="en-US" sz="1400" strike="noStrike" u="none">
                <a:solidFill>
                  <a:schemeClr val="lt1"/>
                </a:solidFill>
                <a:effectLst/>
                <a:uFillTx/>
                <a:latin typeface="Calibri"/>
              </a:rPr>
              <a:t>Third level</a:t>
            </a:r>
            <a:endParaRPr b="0" lang="en-US" sz="1400" strike="noStrike" u="none">
              <a:solidFill>
                <a:srgbClr val="000000"/>
              </a:solidFill>
              <a:effectLst/>
              <a:uFillTx/>
              <a:latin typeface="Arial"/>
            </a:endParaRPr>
          </a:p>
          <a:p>
            <a:pPr lvl="3" marL="1600200" indent="-228600" defTabSz="914400">
              <a:lnSpc>
                <a:spcPct val="90000"/>
              </a:lnSpc>
              <a:spcBef>
                <a:spcPts val="499"/>
              </a:spcBef>
              <a:buClr>
                <a:srgbClr val="ffffff"/>
              </a:buClr>
              <a:buFont typeface="Arial"/>
              <a:buChar char="•"/>
            </a:pPr>
            <a:r>
              <a:rPr b="0" lang="en-US" sz="1200" strike="noStrike" u="none">
                <a:solidFill>
                  <a:schemeClr val="lt1"/>
                </a:solidFill>
                <a:effectLst/>
                <a:uFillTx/>
                <a:latin typeface="Calibri"/>
              </a:rPr>
              <a:t>Fourth level</a:t>
            </a:r>
            <a:endParaRPr b="0" lang="en-US" sz="1200" strike="noStrike" u="none">
              <a:solidFill>
                <a:srgbClr val="000000"/>
              </a:solidFill>
              <a:effectLst/>
              <a:uFillTx/>
              <a:latin typeface="Arial"/>
            </a:endParaRPr>
          </a:p>
          <a:p>
            <a:pPr lvl="4" marL="2057400" indent="-228600" defTabSz="914400">
              <a:lnSpc>
                <a:spcPct val="90000"/>
              </a:lnSpc>
              <a:spcBef>
                <a:spcPts val="499"/>
              </a:spcBef>
              <a:buClr>
                <a:srgbClr val="ffffff"/>
              </a:buClr>
              <a:buFont typeface="Arial"/>
              <a:buChar char="•"/>
            </a:pPr>
            <a:r>
              <a:rPr b="0" lang="en-US" sz="1200" strike="noStrike" u="none">
                <a:solidFill>
                  <a:schemeClr val="lt1"/>
                </a:solidFill>
                <a:effectLst/>
                <a:uFillTx/>
                <a:latin typeface="Calibri"/>
              </a:rPr>
              <a:t>Fifth level</a:t>
            </a:r>
            <a:endParaRPr b="0" lang="en-US" sz="1200" strike="noStrike" u="none">
              <a:solidFill>
                <a:srgbClr val="000000"/>
              </a:solidFill>
              <a:effectLst/>
              <a:uFillTx/>
              <a:latin typeface="Arial"/>
            </a:endParaRPr>
          </a:p>
        </p:txBody>
      </p:sp>
      <p:sp>
        <p:nvSpPr>
          <p:cNvPr id="110" name="PlaceHolder 4"/>
          <p:cNvSpPr>
            <a:spLocks noGrp="1"/>
          </p:cNvSpPr>
          <p:nvPr>
            <p:ph type="ftr" idx="48"/>
          </p:nvPr>
        </p:nvSpPr>
        <p:spPr>
          <a:xfrm>
            <a:off x="6812280" y="625464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111" name="PlaceHolder 5"/>
          <p:cNvSpPr>
            <a:spLocks noGrp="1"/>
          </p:cNvSpPr>
          <p:nvPr>
            <p:ph type="sldNum" idx="49"/>
          </p:nvPr>
        </p:nvSpPr>
        <p:spPr>
          <a:xfrm>
            <a:off x="8610480" y="6356520"/>
            <a:ext cx="274248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lt1">
                    <a:tint val="75000"/>
                    <a:alpha val="78000"/>
                  </a:schemeClr>
                </a:solidFill>
                <a:effectLst/>
                <a:uFillTx/>
                <a:latin typeface="Calibri"/>
              </a:defRPr>
            </a:lvl1pPr>
          </a:lstStyle>
          <a:p>
            <a:pPr indent="0" algn="r" defTabSz="457200">
              <a:lnSpc>
                <a:spcPct val="100000"/>
              </a:lnSpc>
              <a:buNone/>
              <a:tabLst>
                <a:tab algn="l" pos="0"/>
              </a:tabLst>
            </a:pPr>
            <a:fld id="{66D28268-4218-4C3D-A8B5-98CE5709ACD5}" type="slidenum">
              <a:rPr b="0" lang="en-US" sz="1200" strike="noStrike" u="none">
                <a:solidFill>
                  <a:schemeClr val="lt1">
                    <a:tint val="75000"/>
                    <a:alpha val="78000"/>
                  </a:schemeClr>
                </a:solidFill>
                <a:effectLst/>
                <a:uFillTx/>
                <a:latin typeface="Calibri"/>
              </a:rPr>
              <a:t>&lt;number&gt;</a:t>
            </a:fld>
            <a:endParaRPr b="0" lang="en-US" sz="1200" strike="noStrike" u="none">
              <a:solidFill>
                <a:srgbClr val="000000"/>
              </a:solidFill>
              <a:effectLst/>
              <a:uFillTx/>
              <a:latin typeface="Times New Roman"/>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Content with image">
    <p:bg>
      <p:bgPr>
        <a:solidFill>
          <a:srgbClr val="ffffff"/>
        </a:solidFill>
      </p:bgPr>
    </p:bg>
    <p:spTree>
      <p:nvGrpSpPr>
        <p:cNvPr id="1" name=""/>
        <p:cNvGrpSpPr/>
        <p:nvPr/>
      </p:nvGrpSpPr>
      <p:grpSpPr>
        <a:xfrm>
          <a:off x="0" y="0"/>
          <a:ext cx="0" cy="0"/>
          <a:chOff x="0" y="0"/>
          <a:chExt cx="0" cy="0"/>
        </a:xfrm>
      </p:grpSpPr>
      <p:sp>
        <p:nvSpPr>
          <p:cNvPr id="112" name="PlaceHolder 1"/>
          <p:cNvSpPr>
            <a:spLocks noGrp="1"/>
          </p:cNvSpPr>
          <p:nvPr>
            <p:ph type="title"/>
          </p:nvPr>
        </p:nvSpPr>
        <p:spPr>
          <a:xfrm>
            <a:off x="822960" y="822960"/>
            <a:ext cx="4937040" cy="1919520"/>
          </a:xfrm>
          <a:prstGeom prst="rect">
            <a:avLst/>
          </a:prstGeom>
          <a:noFill/>
          <a:ln w="0">
            <a:noFill/>
          </a:ln>
        </p:spPr>
        <p:txBody>
          <a:bodyPr lIns="91440" rIns="91440" tIns="45720" bIns="45720" anchor="b">
            <a:normAutofit/>
          </a:bodyPr>
          <a:p>
            <a:pPr indent="0" defTabSz="914400">
              <a:lnSpc>
                <a:spcPct val="90000"/>
              </a:lnSpc>
              <a:buNone/>
              <a:tabLst>
                <a:tab algn="l" pos="0"/>
              </a:tabLst>
            </a:pPr>
            <a:r>
              <a:rPr b="1" lang="en-US" sz="3200" strike="noStrike" u="none">
                <a:solidFill>
                  <a:schemeClr val="lt1"/>
                </a:solidFill>
                <a:effectLst/>
                <a:uFillTx/>
                <a:latin typeface="Calibri Light"/>
              </a:rPr>
              <a:t>click to edit master title style</a:t>
            </a:r>
            <a:endParaRPr b="0" lang="en-US" sz="3200" strike="noStrike" u="none">
              <a:solidFill>
                <a:srgbClr val="000000"/>
              </a:solidFill>
              <a:effectLst/>
              <a:uFillTx/>
              <a:latin typeface="Arial"/>
            </a:endParaRPr>
          </a:p>
        </p:txBody>
      </p:sp>
      <p:sp>
        <p:nvSpPr>
          <p:cNvPr id="113" name="PlaceHolder 2"/>
          <p:cNvSpPr>
            <a:spLocks noGrp="1"/>
          </p:cNvSpPr>
          <p:nvPr>
            <p:ph type="body"/>
          </p:nvPr>
        </p:nvSpPr>
        <p:spPr>
          <a:xfrm>
            <a:off x="6263640" y="822960"/>
            <a:ext cx="5110920" cy="3565440"/>
          </a:xfrm>
          <a:prstGeom prst="rect">
            <a:avLst/>
          </a:prstGeom>
          <a:noFill/>
          <a:ln w="0">
            <a:noFill/>
          </a:ln>
        </p:spPr>
        <p:txBody>
          <a:bodyPr lIns="91440" rIns="91440" tIns="45720" bIns="45720" anchor="t">
            <a:noAutofit/>
          </a:bodyPr>
          <a:p>
            <a:pPr marL="283320" indent="-283320" defTabSz="914400">
              <a:lnSpc>
                <a:spcPct val="90000"/>
              </a:lnSpc>
              <a:spcBef>
                <a:spcPts val="1001"/>
              </a:spcBef>
              <a:buClr>
                <a:srgbClr val="ffffff"/>
              </a:buClr>
              <a:buFont typeface="Arial"/>
              <a:buChar char="•"/>
            </a:pPr>
            <a:r>
              <a:rPr b="0" lang="en-US" sz="1800" strike="noStrike" u="none">
                <a:solidFill>
                  <a:schemeClr val="lt1"/>
                </a:solidFill>
                <a:effectLst/>
                <a:uFillTx/>
                <a:latin typeface="Calibri"/>
              </a:rPr>
              <a:t>Click to edit Master text styles</a:t>
            </a:r>
            <a:endParaRPr b="0" lang="en-US" sz="1800" strike="noStrike" u="none">
              <a:solidFill>
                <a:srgbClr val="000000"/>
              </a:solidFill>
              <a:effectLst/>
              <a:uFillTx/>
              <a:latin typeface="Arial"/>
            </a:endParaRPr>
          </a:p>
          <a:p>
            <a:pPr lvl="1" marL="685800" indent="-283320" defTabSz="914400">
              <a:lnSpc>
                <a:spcPct val="90000"/>
              </a:lnSpc>
              <a:spcBef>
                <a:spcPts val="499"/>
              </a:spcBef>
              <a:buClr>
                <a:srgbClr val="ffffff"/>
              </a:buClr>
              <a:buFont typeface="Arial"/>
              <a:buChar char="•"/>
            </a:pPr>
            <a:r>
              <a:rPr b="0" lang="en-US" sz="1600" strike="noStrike" u="none">
                <a:solidFill>
                  <a:schemeClr val="lt1"/>
                </a:solidFill>
                <a:effectLst/>
                <a:uFillTx/>
                <a:latin typeface="Calibri"/>
              </a:rPr>
              <a:t>Second level</a:t>
            </a:r>
            <a:endParaRPr b="0" lang="en-US" sz="1600" strike="noStrike" u="none">
              <a:solidFill>
                <a:srgbClr val="000000"/>
              </a:solidFill>
              <a:effectLst/>
              <a:uFillTx/>
              <a:latin typeface="Arial"/>
            </a:endParaRPr>
          </a:p>
          <a:p>
            <a:pPr lvl="2" marL="1143000" indent="-283320" defTabSz="914400">
              <a:lnSpc>
                <a:spcPct val="90000"/>
              </a:lnSpc>
              <a:spcBef>
                <a:spcPts val="499"/>
              </a:spcBef>
              <a:buClr>
                <a:srgbClr val="ffffff"/>
              </a:buClr>
              <a:buFont typeface="Arial"/>
              <a:buChar char="•"/>
            </a:pPr>
            <a:r>
              <a:rPr b="0" lang="en-US" sz="1400" strike="noStrike" u="none">
                <a:solidFill>
                  <a:schemeClr val="lt1"/>
                </a:solidFill>
                <a:effectLst/>
                <a:uFillTx/>
                <a:latin typeface="Calibri"/>
              </a:rPr>
              <a:t>Third level</a:t>
            </a:r>
            <a:endParaRPr b="0" lang="en-US" sz="1400" strike="noStrike" u="none">
              <a:solidFill>
                <a:srgbClr val="000000"/>
              </a:solidFill>
              <a:effectLst/>
              <a:uFillTx/>
              <a:latin typeface="Arial"/>
            </a:endParaRPr>
          </a:p>
          <a:p>
            <a:pPr lvl="3" marL="1600200" indent="-283320" defTabSz="914400">
              <a:lnSpc>
                <a:spcPct val="90000"/>
              </a:lnSpc>
              <a:spcBef>
                <a:spcPts val="499"/>
              </a:spcBef>
              <a:buClr>
                <a:srgbClr val="ffffff"/>
              </a:buClr>
              <a:buFont typeface="Arial"/>
              <a:buChar char="•"/>
            </a:pPr>
            <a:r>
              <a:rPr b="0" lang="en-US" sz="1400" strike="noStrike" u="none">
                <a:solidFill>
                  <a:schemeClr val="lt1"/>
                </a:solidFill>
                <a:effectLst/>
                <a:uFillTx/>
                <a:latin typeface="Calibri"/>
              </a:rPr>
              <a:t>Fourth level</a:t>
            </a:r>
            <a:endParaRPr b="0" lang="en-US" sz="1400" strike="noStrike" u="none">
              <a:solidFill>
                <a:srgbClr val="000000"/>
              </a:solidFill>
              <a:effectLst/>
              <a:uFillTx/>
              <a:latin typeface="Arial"/>
            </a:endParaRPr>
          </a:p>
          <a:p>
            <a:pPr lvl="4" marL="2057400" indent="-283320" defTabSz="914400">
              <a:lnSpc>
                <a:spcPct val="90000"/>
              </a:lnSpc>
              <a:spcBef>
                <a:spcPts val="499"/>
              </a:spcBef>
              <a:buClr>
                <a:srgbClr val="ffffff"/>
              </a:buClr>
              <a:buFont typeface="Arial"/>
              <a:buChar char="•"/>
            </a:pPr>
            <a:r>
              <a:rPr b="0" lang="en-US" sz="1400" strike="noStrike" u="none">
                <a:solidFill>
                  <a:schemeClr val="lt1"/>
                </a:solidFill>
                <a:effectLst/>
                <a:uFillTx/>
                <a:latin typeface="Calibri"/>
              </a:rPr>
              <a:t>Fifth level</a:t>
            </a:r>
            <a:endParaRPr b="0" lang="en-US" sz="1400" strike="noStrike" u="none">
              <a:solidFill>
                <a:srgbClr val="000000"/>
              </a:solidFill>
              <a:effectLst/>
              <a:uFillTx/>
              <a:latin typeface="Arial"/>
            </a:endParaRPr>
          </a:p>
        </p:txBody>
      </p:sp>
      <p:sp>
        <p:nvSpPr>
          <p:cNvPr id="114" name="PlaceHolder 3"/>
          <p:cNvSpPr>
            <a:spLocks noGrp="1"/>
          </p:cNvSpPr>
          <p:nvPr>
            <p:ph type="body"/>
          </p:nvPr>
        </p:nvSpPr>
        <p:spPr>
          <a:xfrm>
            <a:off x="0" y="4471560"/>
            <a:ext cx="12191400" cy="2385720"/>
          </a:xfrm>
          <a:prstGeom prst="rect">
            <a:avLst/>
          </a:prstGeom>
          <a:noFill/>
          <a:ln w="0">
            <a:noFill/>
          </a:ln>
        </p:spPr>
        <p:txBody>
          <a:bodyPr lIns="90000" rIns="90000" tIns="45000" bIns="45000" anchor="t">
            <a:noAutofit/>
          </a:bodyPr>
          <a:p>
            <a:pPr indent="0" algn="ctr" defTabSz="457200">
              <a:lnSpc>
                <a:spcPct val="100000"/>
              </a:lnSpc>
              <a:buNone/>
              <a:tabLst>
                <a:tab algn="l" pos="0"/>
              </a:tabLst>
            </a:pPr>
            <a:r>
              <a:rPr b="0" lang="en-US" sz="1800" strike="noStrike" u="none">
                <a:solidFill>
                  <a:schemeClr val="lt1"/>
                </a:solidFill>
                <a:effectLst/>
                <a:uFillTx/>
                <a:latin typeface="Calibri"/>
              </a:rPr>
              <a:t>Click icon to add picture</a:t>
            </a:r>
            <a:endParaRPr b="0" lang="en-US" sz="1800" strike="noStrike" u="none">
              <a:solidFill>
                <a:srgbClr val="000000"/>
              </a:solidFill>
              <a:effectLst/>
              <a:uFillTx/>
              <a:latin typeface="Arial"/>
            </a:endParaRPr>
          </a:p>
        </p:txBody>
      </p:sp>
      <p:sp>
        <p:nvSpPr>
          <p:cNvPr id="115" name="PlaceHolder 4"/>
          <p:cNvSpPr>
            <a:spLocks noGrp="1"/>
          </p:cNvSpPr>
          <p:nvPr>
            <p:ph type="ftr" idx="50"/>
          </p:nvPr>
        </p:nvSpPr>
        <p:spPr>
          <a:xfrm>
            <a:off x="173880" y="625464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116" name="PlaceHolder 5"/>
          <p:cNvSpPr>
            <a:spLocks noGrp="1"/>
          </p:cNvSpPr>
          <p:nvPr>
            <p:ph type="sldNum" idx="51"/>
          </p:nvPr>
        </p:nvSpPr>
        <p:spPr>
          <a:xfrm>
            <a:off x="8610480" y="6356520"/>
            <a:ext cx="274248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lt1">
                    <a:tint val="75000"/>
                  </a:schemeClr>
                </a:solidFill>
                <a:effectLst/>
                <a:uFillTx/>
                <a:latin typeface="Calibri"/>
              </a:defRPr>
            </a:lvl1pPr>
          </a:lstStyle>
          <a:p>
            <a:pPr indent="0" algn="r" defTabSz="457200">
              <a:lnSpc>
                <a:spcPct val="100000"/>
              </a:lnSpc>
              <a:buNone/>
              <a:tabLst>
                <a:tab algn="l" pos="0"/>
              </a:tabLst>
            </a:pPr>
            <a:fld id="{41F00D1E-EE2A-4623-B10A-7A244DC5BF8F}" type="slidenum">
              <a:rPr b="0" lang="en-US" sz="1200" strike="noStrike" u="none">
                <a:solidFill>
                  <a:schemeClr val="lt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Section Header">
    <p:bg>
      <p:bgPr>
        <a:solidFill>
          <a:srgbClr val="ffffff"/>
        </a:solidFill>
      </p:bgPr>
    </p:bg>
    <p:spTree>
      <p:nvGrpSpPr>
        <p:cNvPr id="1" name=""/>
        <p:cNvGrpSpPr/>
        <p:nvPr/>
      </p:nvGrpSpPr>
      <p:grpSpPr>
        <a:xfrm>
          <a:off x="0" y="0"/>
          <a:ext cx="0" cy="0"/>
          <a:chOff x="0" y="0"/>
          <a:chExt cx="0" cy="0"/>
        </a:xfrm>
      </p:grpSpPr>
      <p:sp>
        <p:nvSpPr>
          <p:cNvPr id="117" name="PlaceHolder 1"/>
          <p:cNvSpPr>
            <a:spLocks noGrp="1"/>
          </p:cNvSpPr>
          <p:nvPr>
            <p:ph type="title"/>
          </p:nvPr>
        </p:nvSpPr>
        <p:spPr>
          <a:xfrm>
            <a:off x="822960" y="822960"/>
            <a:ext cx="4754160" cy="4114080"/>
          </a:xfrm>
          <a:prstGeom prst="rect">
            <a:avLst/>
          </a:prstGeom>
          <a:noFill/>
          <a:ln w="0">
            <a:noFill/>
          </a:ln>
        </p:spPr>
        <p:txBody>
          <a:bodyPr lIns="91440" rIns="91440" tIns="45720" bIns="45720" anchor="b">
            <a:noAutofit/>
          </a:bodyPr>
          <a:p>
            <a:pPr indent="0" algn="r" defTabSz="914400">
              <a:lnSpc>
                <a:spcPct val="100000"/>
              </a:lnSpc>
              <a:buNone/>
              <a:tabLst>
                <a:tab algn="l" pos="0"/>
              </a:tabLst>
            </a:pPr>
            <a:r>
              <a:rPr b="1" lang="en-US" sz="5400" strike="noStrike" u="none">
                <a:solidFill>
                  <a:schemeClr val="lt1"/>
                </a:solidFill>
                <a:effectLst/>
                <a:uFillTx/>
                <a:latin typeface="Calibri Light"/>
              </a:rPr>
              <a:t>Click to edit Master title style</a:t>
            </a:r>
            <a:endParaRPr b="0" lang="en-US" sz="5400" strike="noStrike" u="none">
              <a:solidFill>
                <a:srgbClr val="000000"/>
              </a:solidFill>
              <a:effectLst/>
              <a:uFillTx/>
              <a:latin typeface="Arial"/>
            </a:endParaRPr>
          </a:p>
        </p:txBody>
      </p:sp>
      <p:sp>
        <p:nvSpPr>
          <p:cNvPr id="118" name="PlaceHolder 2"/>
          <p:cNvSpPr>
            <a:spLocks noGrp="1"/>
          </p:cNvSpPr>
          <p:nvPr>
            <p:ph type="body"/>
          </p:nvPr>
        </p:nvSpPr>
        <p:spPr>
          <a:xfrm>
            <a:off x="822960" y="5175360"/>
            <a:ext cx="4754160" cy="913680"/>
          </a:xfrm>
          <a:prstGeom prst="rect">
            <a:avLst/>
          </a:prstGeom>
          <a:noFill/>
          <a:ln w="0">
            <a:noFill/>
          </a:ln>
        </p:spPr>
        <p:txBody>
          <a:bodyPr lIns="91440" rIns="91440" tIns="45720" bIns="45720" anchor="t">
            <a:noAutofit/>
          </a:bodyPr>
          <a:p>
            <a:pPr indent="0" algn="r" defTabSz="914400">
              <a:lnSpc>
                <a:spcPct val="90000"/>
              </a:lnSpc>
              <a:spcBef>
                <a:spcPts val="1001"/>
              </a:spcBef>
              <a:buNone/>
              <a:tabLst>
                <a:tab algn="l" pos="0"/>
              </a:tabLst>
            </a:pPr>
            <a:r>
              <a:rPr b="0" lang="en-US" sz="2400" strike="noStrike" u="none">
                <a:solidFill>
                  <a:schemeClr val="lt1"/>
                </a:solidFill>
                <a:effectLst/>
                <a:uFillTx/>
                <a:latin typeface="Calibri"/>
              </a:rPr>
              <a:t>Click to edit Master text styles</a:t>
            </a:r>
            <a:endParaRPr b="0" lang="en-US" sz="2400" strike="noStrike" u="none">
              <a:solidFill>
                <a:srgbClr val="000000"/>
              </a:solidFill>
              <a:effectLst/>
              <a:uFillTx/>
              <a:latin typeface="Arial"/>
            </a:endParaRPr>
          </a:p>
        </p:txBody>
      </p:sp>
      <p:sp>
        <p:nvSpPr>
          <p:cNvPr id="119" name="PlaceHolder 3"/>
          <p:cNvSpPr>
            <a:spLocks noGrp="1"/>
          </p:cNvSpPr>
          <p:nvPr>
            <p:ph type="body"/>
          </p:nvPr>
        </p:nvSpPr>
        <p:spPr>
          <a:xfrm>
            <a:off x="6095880" y="0"/>
            <a:ext cx="6095160" cy="6857280"/>
          </a:xfrm>
          <a:prstGeom prst="rect">
            <a:avLst/>
          </a:prstGeom>
          <a:solidFill>
            <a:schemeClr val="lt1">
              <a:lumMod val="95000"/>
            </a:schemeClr>
          </a:solidFill>
          <a:ln w="0">
            <a:noFill/>
          </a:ln>
        </p:spPr>
        <p:txBody>
          <a:bodyPr lIns="90000" rIns="90000" tIns="45000" bIns="45000" anchor="t">
            <a:noAutofit/>
          </a:bodyPr>
          <a:p>
            <a:pPr indent="0" algn="ctr" defTabSz="457200">
              <a:lnSpc>
                <a:spcPct val="100000"/>
              </a:lnSpc>
              <a:buNone/>
              <a:tabLst>
                <a:tab algn="l" pos="0"/>
              </a:tabLst>
            </a:pPr>
            <a:r>
              <a:rPr b="0" lang="en-US" sz="1800" strike="noStrike" u="none">
                <a:solidFill>
                  <a:schemeClr val="dk1"/>
                </a:solidFill>
                <a:effectLst/>
                <a:uFillTx/>
                <a:latin typeface="Calibri"/>
              </a:rPr>
              <a:t>Click icon to add picture</a:t>
            </a:r>
            <a:endParaRPr b="0" lang="en-US" sz="1800" strike="noStrike" u="none">
              <a:solidFill>
                <a:srgbClr val="000000"/>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Relationship Id="rId22" Type="http://schemas.openxmlformats.org/officeDocument/2006/relationships/slideLayout" Target="../slideLayouts/slideLayout21.xml"/><Relationship Id="rId23" Type="http://schemas.openxmlformats.org/officeDocument/2006/relationships/slideLayout" Target="../slideLayouts/slideLayout22.xml"/><Relationship Id="rId24" Type="http://schemas.openxmlformats.org/officeDocument/2006/relationships/slideLayout" Target="../slideLayouts/slideLayout23.xml"/><Relationship Id="rId25"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png"/><Relationship Id="rId3" Type="http://schemas.openxmlformats.org/officeDocument/2006/relationships/slideLayout" Target="../slideLayouts/slideLayout20.xml"/>
</Relationships>
</file>

<file path=ppt/slides/_rels/slide2.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2.xml"/>
</Relationships>
</file>

<file path=ppt/slides/_rels/slide3.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image" Target="../media/image5.png"/><Relationship Id="rId3" Type="http://schemas.openxmlformats.org/officeDocument/2006/relationships/slideLayout" Target="../slideLayouts/slideLayout21.xml"/>
</Relationships>
</file>

<file path=ppt/slides/_rels/slide4.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image" Target="../media/image5.png"/><Relationship Id="rId3" Type="http://schemas.openxmlformats.org/officeDocument/2006/relationships/slideLayout" Target="../slideLayouts/slideLayout21.xml"/>
</Relationships>
</file>

<file path=ppt/slides/_rels/slide5.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slideLayout" Target="../slideLayouts/slideLayout21.xml"/>
</Relationships>
</file>

<file path=ppt/slides/_rels/slide6.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21.xml"/>
</Relationships>
</file>

<file path=ppt/slides/_rels/slide7.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png"/><Relationship Id="rId3" Type="http://schemas.openxmlformats.org/officeDocument/2006/relationships/slideLayout" Target="../slideLayouts/slideLayout23.xml"/><Relationship Id="rId4"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21.xml"/>
</Relationships>
</file>

<file path=ppt/slides/_rels/slide9.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21.xml"/>
</Relationships>
</file>

<file path=ppt/slides/_rels/slide10.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21.xml"/>
</Relationships>
</file>

<file path=ppt/slides/_rels/slide11.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21.xml"/>
</Relationships>
</file>

<file path=ppt/slides/_rels/slide12.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2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26" name="Picture 33" descr=""/>
          <p:cNvPicPr/>
          <p:nvPr/>
        </p:nvPicPr>
        <p:blipFill>
          <a:blip r:embed="rId1"/>
          <a:stretch/>
        </p:blipFill>
        <p:spPr>
          <a:xfrm>
            <a:off x="5243040" y="3151440"/>
            <a:ext cx="6847920" cy="2888280"/>
          </a:xfrm>
          <a:prstGeom prst="rect">
            <a:avLst/>
          </a:prstGeom>
          <a:noFill/>
          <a:ln w="0">
            <a:noFill/>
          </a:ln>
        </p:spPr>
      </p:pic>
      <p:sp>
        <p:nvSpPr>
          <p:cNvPr id="127" name="PlaceHolder 1"/>
          <p:cNvSpPr>
            <a:spLocks noGrp="1"/>
          </p:cNvSpPr>
          <p:nvPr>
            <p:ph type="title"/>
          </p:nvPr>
        </p:nvSpPr>
        <p:spPr>
          <a:xfrm>
            <a:off x="2901600" y="315000"/>
            <a:ext cx="8884800" cy="2618280"/>
          </a:xfrm>
          <a:prstGeom prst="rect">
            <a:avLst/>
          </a:prstGeom>
          <a:noFill/>
          <a:ln w="0">
            <a:noFill/>
          </a:ln>
        </p:spPr>
        <p:txBody>
          <a:bodyPr lIns="91440" rIns="91440" tIns="45720" bIns="45720" anchor="ctr">
            <a:noAutofit/>
          </a:bodyPr>
          <a:p>
            <a:pPr indent="0" algn="ctr" defTabSz="914400">
              <a:lnSpc>
                <a:spcPct val="150000"/>
              </a:lnSpc>
              <a:buNone/>
              <a:tabLst>
                <a:tab algn="l" pos="0"/>
              </a:tabLst>
            </a:pPr>
            <a:r>
              <a:rPr b="1" lang="en-US" sz="2600" strike="noStrike" u="none" cap="all">
                <a:solidFill>
                  <a:srgbClr val="1c4c3c"/>
                </a:solidFill>
                <a:effectLst/>
                <a:uFillTx/>
                <a:latin typeface="Roboto"/>
              </a:rPr>
              <a:t>Development of a Smart and Centralized Vehicle Rental Platform for Sri Lanka Using Geo-location and Real-Time Availability Features </a:t>
            </a:r>
            <a:endParaRPr b="0" lang="en-US" sz="2600" strike="noStrike" u="none">
              <a:solidFill>
                <a:srgbClr val="000000"/>
              </a:solidFill>
              <a:effectLst/>
              <a:uFillTx/>
              <a:latin typeface="Arial"/>
            </a:endParaRPr>
          </a:p>
        </p:txBody>
      </p:sp>
      <p:sp>
        <p:nvSpPr>
          <p:cNvPr id="128" name="Rectangle: Rounded Corners 23"/>
          <p:cNvSpPr/>
          <p:nvPr/>
        </p:nvSpPr>
        <p:spPr>
          <a:xfrm>
            <a:off x="643320" y="3151440"/>
            <a:ext cx="4412880" cy="3254400"/>
          </a:xfrm>
          <a:prstGeom prst="roundRect">
            <a:avLst>
              <a:gd name="adj" fmla="val 16667"/>
            </a:avLst>
          </a:prstGeom>
          <a:solidFill>
            <a:schemeClr val="tx2"/>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defTabSz="457200">
              <a:lnSpc>
                <a:spcPct val="100000"/>
              </a:lnSpc>
            </a:pPr>
            <a:endParaRPr b="0" lang="en-US" sz="1400" strike="noStrike" u="none">
              <a:solidFill>
                <a:srgbClr val="ffffff"/>
              </a:solidFill>
              <a:effectLst/>
              <a:uFillTx/>
              <a:latin typeface="Arial"/>
            </a:endParaRPr>
          </a:p>
          <a:p>
            <a:pPr marL="285840" indent="-285840" defTabSz="457200">
              <a:lnSpc>
                <a:spcPct val="100000"/>
              </a:lnSpc>
              <a:buClr>
                <a:srgbClr val="ffffff"/>
              </a:buClr>
              <a:buFont typeface="Wingdings" charset="2"/>
              <a:buChar char=""/>
            </a:pPr>
            <a:r>
              <a:rPr b="0" lang="en-US" sz="1400" strike="noStrike" u="none">
                <a:solidFill>
                  <a:schemeClr val="lt1"/>
                </a:solidFill>
                <a:effectLst/>
                <a:uFillTx/>
                <a:latin typeface="Roboto"/>
                <a:ea typeface="Roboto"/>
              </a:rPr>
              <a:t>Team Name: Initiators</a:t>
            </a:r>
            <a:endParaRPr b="0" lang="en-US" sz="1400" strike="noStrike" u="none">
              <a:solidFill>
                <a:srgbClr val="ffffff"/>
              </a:solidFill>
              <a:effectLst/>
              <a:uFillTx/>
              <a:latin typeface="Arial"/>
            </a:endParaRPr>
          </a:p>
          <a:p>
            <a:pPr marL="285840" indent="-285840" defTabSz="457200">
              <a:lnSpc>
                <a:spcPct val="100000"/>
              </a:lnSpc>
              <a:buClr>
                <a:srgbClr val="ffffff"/>
              </a:buClr>
              <a:buFont typeface="Wingdings" charset="2"/>
              <a:buChar char=""/>
            </a:pPr>
            <a:r>
              <a:rPr b="0" lang="en-US" sz="1400" strike="noStrike" u="none">
                <a:solidFill>
                  <a:schemeClr val="lt1"/>
                </a:solidFill>
                <a:effectLst/>
                <a:uFillTx/>
                <a:latin typeface="Roboto"/>
                <a:ea typeface="Roboto"/>
              </a:rPr>
              <a:t>Group No: 35</a:t>
            </a:r>
            <a:endParaRPr b="0" lang="en-US" sz="1400" strike="noStrike" u="none">
              <a:solidFill>
                <a:srgbClr val="ffffff"/>
              </a:solidFill>
              <a:effectLst/>
              <a:uFillTx/>
              <a:latin typeface="Arial"/>
            </a:endParaRPr>
          </a:p>
          <a:p>
            <a:pPr marL="285840" indent="-285840" defTabSz="457200">
              <a:lnSpc>
                <a:spcPct val="100000"/>
              </a:lnSpc>
              <a:buClr>
                <a:srgbClr val="ffffff"/>
              </a:buClr>
              <a:buFont typeface="Wingdings" charset="2"/>
              <a:buChar char=""/>
            </a:pPr>
            <a:r>
              <a:rPr b="0" lang="en-US" sz="1400" strike="noStrike" u="none">
                <a:solidFill>
                  <a:schemeClr val="lt1"/>
                </a:solidFill>
                <a:effectLst/>
                <a:uFillTx/>
                <a:latin typeface="Roboto"/>
                <a:ea typeface="Roboto"/>
              </a:rPr>
              <a:t>Supervisors: Mr. L. Fernando, Mr. Kasun Arrathanage</a:t>
            </a:r>
            <a:endParaRPr b="0" lang="en-US" sz="1400" strike="noStrike" u="none">
              <a:solidFill>
                <a:srgbClr val="ffffff"/>
              </a:solidFill>
              <a:effectLst/>
              <a:uFillTx/>
              <a:latin typeface="Arial"/>
            </a:endParaRPr>
          </a:p>
          <a:p>
            <a:pPr defTabSz="457200">
              <a:lnSpc>
                <a:spcPct val="100000"/>
              </a:lnSpc>
            </a:pPr>
            <a:endParaRPr b="0" lang="en-US" sz="1400" strike="noStrike" u="none">
              <a:solidFill>
                <a:srgbClr val="ffffff"/>
              </a:solidFill>
              <a:effectLst/>
              <a:uFillTx/>
              <a:latin typeface="Arial"/>
            </a:endParaRPr>
          </a:p>
          <a:p>
            <a:pPr defTabSz="457200">
              <a:lnSpc>
                <a:spcPct val="100000"/>
              </a:lnSpc>
            </a:pPr>
            <a:r>
              <a:rPr b="0" lang="en-US" sz="1400" strike="noStrike" u="none">
                <a:solidFill>
                  <a:schemeClr val="lt1"/>
                </a:solidFill>
                <a:effectLst/>
                <a:uFillTx/>
                <a:latin typeface="Roboto"/>
                <a:ea typeface="Roboto"/>
              </a:rPr>
              <a:t>Team Members: </a:t>
            </a:r>
            <a:endParaRPr b="0" lang="en-US" sz="1400" strike="noStrike" u="none">
              <a:solidFill>
                <a:srgbClr val="ffffff"/>
              </a:solidFill>
              <a:effectLst/>
              <a:uFillTx/>
              <a:latin typeface="Arial"/>
            </a:endParaRPr>
          </a:p>
          <a:p>
            <a:pPr lvl="1" marL="743040" indent="-285840" defTabSz="457200">
              <a:lnSpc>
                <a:spcPct val="150000"/>
              </a:lnSpc>
              <a:buClr>
                <a:srgbClr val="ffffff"/>
              </a:buClr>
              <a:buFont typeface="Arial"/>
              <a:buChar char="•"/>
            </a:pPr>
            <a:r>
              <a:rPr b="0" lang="en-US" sz="1400" strike="noStrike" u="none">
                <a:solidFill>
                  <a:schemeClr val="lt1"/>
                </a:solidFill>
                <a:effectLst/>
                <a:uFillTx/>
                <a:latin typeface="Roboto"/>
                <a:ea typeface="Roboto"/>
              </a:rPr>
              <a:t>K.H.S.N Udayanga - 421450766</a:t>
            </a:r>
            <a:endParaRPr b="0" lang="en-US" sz="1400" strike="noStrike" u="none">
              <a:solidFill>
                <a:srgbClr val="ffffff"/>
              </a:solidFill>
              <a:effectLst/>
              <a:uFillTx/>
              <a:latin typeface="Arial"/>
            </a:endParaRPr>
          </a:p>
          <a:p>
            <a:pPr lvl="1" marL="743040" indent="-285840" defTabSz="457200">
              <a:lnSpc>
                <a:spcPct val="150000"/>
              </a:lnSpc>
              <a:buClr>
                <a:srgbClr val="ffffff"/>
              </a:buClr>
              <a:buFont typeface="Arial"/>
              <a:buChar char="•"/>
            </a:pPr>
            <a:r>
              <a:rPr b="0" lang="pt-BR" sz="1400" strike="noStrike" u="none">
                <a:solidFill>
                  <a:schemeClr val="lt1"/>
                </a:solidFill>
                <a:effectLst/>
                <a:uFillTx/>
                <a:latin typeface="Roboto"/>
                <a:ea typeface="Roboto"/>
              </a:rPr>
              <a:t>H.K.J.S Kumara - 221444633</a:t>
            </a:r>
            <a:endParaRPr b="0" lang="en-US" sz="1400" strike="noStrike" u="none">
              <a:solidFill>
                <a:srgbClr val="ffffff"/>
              </a:solidFill>
              <a:effectLst/>
              <a:uFillTx/>
              <a:latin typeface="Arial"/>
            </a:endParaRPr>
          </a:p>
          <a:p>
            <a:pPr lvl="1" marL="743040" indent="-285840" defTabSz="457200">
              <a:lnSpc>
                <a:spcPct val="150000"/>
              </a:lnSpc>
              <a:buClr>
                <a:srgbClr val="ffffff"/>
              </a:buClr>
              <a:buFont typeface="Arial"/>
              <a:buChar char="•"/>
            </a:pPr>
            <a:r>
              <a:rPr b="0" lang="it-IT" sz="1400" strike="noStrike" u="none">
                <a:solidFill>
                  <a:schemeClr val="lt1"/>
                </a:solidFill>
                <a:effectLst/>
                <a:uFillTx/>
                <a:latin typeface="Roboto"/>
                <a:ea typeface="Roboto"/>
              </a:rPr>
              <a:t>E.A.W.K.Edirisinghe - 521643036</a:t>
            </a:r>
            <a:endParaRPr b="0" lang="en-US" sz="1400" strike="noStrike" u="none">
              <a:solidFill>
                <a:srgbClr val="ffffff"/>
              </a:solidFill>
              <a:effectLst/>
              <a:uFillTx/>
              <a:latin typeface="Arial"/>
            </a:endParaRPr>
          </a:p>
          <a:p>
            <a:pPr lvl="1" marL="743040" indent="-285840" defTabSz="457200">
              <a:lnSpc>
                <a:spcPct val="150000"/>
              </a:lnSpc>
              <a:buClr>
                <a:srgbClr val="ffffff"/>
              </a:buClr>
              <a:buFont typeface="Arial"/>
              <a:buChar char="•"/>
            </a:pPr>
            <a:r>
              <a:rPr b="0" lang="sv-SE" sz="1400" strike="noStrike" u="none">
                <a:solidFill>
                  <a:schemeClr val="lt1"/>
                </a:solidFill>
                <a:effectLst/>
                <a:uFillTx/>
                <a:latin typeface="Roboto"/>
                <a:ea typeface="Roboto"/>
              </a:rPr>
              <a:t>W.A.D.T. Rasindu - 420263726</a:t>
            </a:r>
            <a:endParaRPr b="0" lang="en-US" sz="1400" strike="noStrike" u="none">
              <a:solidFill>
                <a:srgbClr val="ffffff"/>
              </a:solidFill>
              <a:effectLst/>
              <a:uFillTx/>
              <a:latin typeface="Arial"/>
            </a:endParaRPr>
          </a:p>
          <a:p>
            <a:pPr lvl="1" marL="743040" indent="-285840" defTabSz="457200">
              <a:lnSpc>
                <a:spcPct val="150000"/>
              </a:lnSpc>
              <a:buClr>
                <a:srgbClr val="ffffff"/>
              </a:buClr>
              <a:buFont typeface="Arial"/>
              <a:buChar char="•"/>
            </a:pPr>
            <a:r>
              <a:rPr b="0" lang="pt-BR" sz="1400" strike="noStrike" u="none">
                <a:solidFill>
                  <a:schemeClr val="lt1"/>
                </a:solidFill>
                <a:effectLst/>
                <a:uFillTx/>
                <a:latin typeface="Roboto"/>
                <a:ea typeface="Roboto"/>
              </a:rPr>
              <a:t>K. G. D. C. Silva - 519218340</a:t>
            </a:r>
            <a:br>
              <a:rPr sz="1400"/>
            </a:br>
            <a:r>
              <a:rPr b="0" lang="en-US" sz="1400" strike="noStrike" u="none">
                <a:solidFill>
                  <a:schemeClr val="lt1"/>
                </a:solidFill>
                <a:effectLst/>
                <a:uFillTx/>
                <a:latin typeface="Roboto"/>
                <a:ea typeface="Roboto"/>
              </a:rPr>
              <a:t> </a:t>
            </a:r>
            <a:endParaRPr b="0" lang="en-US" sz="1400" strike="noStrike" u="none">
              <a:solidFill>
                <a:srgbClr val="ffffff"/>
              </a:solidFill>
              <a:effectLst/>
              <a:uFillTx/>
              <a:latin typeface="Arial"/>
            </a:endParaRPr>
          </a:p>
        </p:txBody>
      </p:sp>
      <p:pic>
        <p:nvPicPr>
          <p:cNvPr id="129" name="Picture 14" descr=""/>
          <p:cNvPicPr/>
          <p:nvPr/>
        </p:nvPicPr>
        <p:blipFill>
          <a:blip r:embed="rId2"/>
          <a:stretch/>
        </p:blipFill>
        <p:spPr>
          <a:xfrm>
            <a:off x="643320" y="343080"/>
            <a:ext cx="1982160" cy="1982160"/>
          </a:xfrm>
          <a:prstGeom prst="rect">
            <a:avLst/>
          </a:prstGeom>
          <a:noFill/>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0" name="PlaceHolder 1"/>
          <p:cNvSpPr>
            <a:spLocks noGrp="1"/>
          </p:cNvSpPr>
          <p:nvPr>
            <p:ph type="title"/>
          </p:nvPr>
        </p:nvSpPr>
        <p:spPr>
          <a:xfrm>
            <a:off x="5283000" y="322560"/>
            <a:ext cx="6427080" cy="552960"/>
          </a:xfrm>
          <a:prstGeom prst="rect">
            <a:avLst/>
          </a:prstGeom>
          <a:noFill/>
          <a:ln w="0">
            <a:noFill/>
          </a:ln>
        </p:spPr>
        <p:txBody>
          <a:bodyPr lIns="91440" rIns="91440" tIns="45720" bIns="45720" anchor="b">
            <a:normAutofit/>
          </a:bodyPr>
          <a:p>
            <a:pPr indent="0" defTabSz="914400">
              <a:lnSpc>
                <a:spcPct val="90000"/>
              </a:lnSpc>
              <a:buNone/>
              <a:tabLst>
                <a:tab algn="l" pos="0"/>
              </a:tabLst>
            </a:pPr>
            <a:r>
              <a:rPr b="1" lang="en-US" sz="3200" strike="noStrike" u="none">
                <a:solidFill>
                  <a:schemeClr val="dk2"/>
                </a:solidFill>
                <a:effectLst/>
                <a:uFillTx/>
                <a:latin typeface="-apple-system"/>
              </a:rPr>
              <a:t>Contents</a:t>
            </a:r>
            <a:endParaRPr b="0" lang="en-US" sz="3200" strike="noStrike" u="none">
              <a:solidFill>
                <a:srgbClr val="000000"/>
              </a:solidFill>
              <a:effectLst/>
              <a:uFillTx/>
              <a:latin typeface="Arial"/>
            </a:endParaRPr>
          </a:p>
        </p:txBody>
      </p:sp>
      <p:pic>
        <p:nvPicPr>
          <p:cNvPr id="131" name="Picture Placeholder 6" descr=""/>
          <p:cNvPicPr/>
          <p:nvPr/>
        </p:nvPicPr>
        <p:blipFill>
          <a:blip r:embed="rId1"/>
          <a:srcRect l="12088" t="8740" r="0" b="8740"/>
          <a:stretch/>
        </p:blipFill>
        <p:spPr>
          <a:xfrm>
            <a:off x="-12240" y="0"/>
            <a:ext cx="4943520" cy="6857280"/>
          </a:xfrm>
          <a:prstGeom prst="rect">
            <a:avLst/>
          </a:prstGeom>
          <a:solidFill>
            <a:schemeClr val="bg1">
              <a:lumMod val="95000"/>
            </a:schemeClr>
          </a:solidFill>
          <a:ln w="0">
            <a:noFill/>
          </a:ln>
        </p:spPr>
      </p:pic>
      <p:sp>
        <p:nvSpPr>
          <p:cNvPr id="132" name="PlaceHolder 2"/>
          <p:cNvSpPr>
            <a:spLocks noGrp="1"/>
          </p:cNvSpPr>
          <p:nvPr>
            <p:ph/>
          </p:nvPr>
        </p:nvSpPr>
        <p:spPr>
          <a:xfrm>
            <a:off x="5283000" y="1101600"/>
            <a:ext cx="6427080" cy="5661000"/>
          </a:xfrm>
          <a:prstGeom prst="rect">
            <a:avLst/>
          </a:prstGeom>
          <a:noFill/>
          <a:ln w="0">
            <a:noFill/>
          </a:ln>
        </p:spPr>
        <p:txBody>
          <a:bodyPr lIns="91440" rIns="91440" tIns="45720" bIns="45720" anchor="t">
            <a:normAutofit/>
          </a:bodyPr>
          <a:p>
            <a:pPr lvl="1" marL="626400" indent="-343080" algn="just" defTabSz="914400">
              <a:lnSpc>
                <a:spcPct val="150000"/>
              </a:lnSpc>
              <a:spcBef>
                <a:spcPts val="499"/>
              </a:spcBef>
              <a:buClr>
                <a:srgbClr val="000000"/>
              </a:buClr>
              <a:buFont typeface="Calibri Light"/>
              <a:buAutoNum type="arabicPeriod"/>
            </a:pPr>
            <a:r>
              <a:rPr b="1" lang="en-US" sz="2000" strike="noStrike" u="none">
                <a:solidFill>
                  <a:schemeClr val="dk1"/>
                </a:solidFill>
                <a:effectLst/>
                <a:uFillTx/>
                <a:latin typeface="Google Sans"/>
              </a:rPr>
              <a:t>Title Page</a:t>
            </a:r>
            <a:endParaRPr b="0" lang="en-US" sz="2000" strike="noStrike" u="none">
              <a:solidFill>
                <a:srgbClr val="000000"/>
              </a:solidFill>
              <a:effectLst/>
              <a:uFillTx/>
              <a:latin typeface="Arial"/>
            </a:endParaRPr>
          </a:p>
          <a:p>
            <a:pPr lvl="1" marL="626400" indent="-343080" algn="just" defTabSz="914400">
              <a:lnSpc>
                <a:spcPct val="150000"/>
              </a:lnSpc>
              <a:spcBef>
                <a:spcPts val="499"/>
              </a:spcBef>
              <a:buClr>
                <a:srgbClr val="000000"/>
              </a:buClr>
              <a:buFont typeface="Calibri Light"/>
              <a:buAutoNum type="arabicPeriod"/>
            </a:pPr>
            <a:r>
              <a:rPr b="1" lang="en-US" sz="2000" strike="noStrike" u="none">
                <a:solidFill>
                  <a:schemeClr val="dk1"/>
                </a:solidFill>
                <a:effectLst/>
                <a:uFillTx/>
                <a:latin typeface="Google Sans"/>
              </a:rPr>
              <a:t>Introduction and Problem Addressed</a:t>
            </a:r>
            <a:endParaRPr b="0" lang="en-US" sz="2000" strike="noStrike" u="none">
              <a:solidFill>
                <a:srgbClr val="000000"/>
              </a:solidFill>
              <a:effectLst/>
              <a:uFillTx/>
              <a:latin typeface="Arial"/>
            </a:endParaRPr>
          </a:p>
          <a:p>
            <a:pPr lvl="1" marL="626400" indent="-343080" algn="just" defTabSz="914400">
              <a:lnSpc>
                <a:spcPct val="150000"/>
              </a:lnSpc>
              <a:spcBef>
                <a:spcPts val="499"/>
              </a:spcBef>
              <a:buClr>
                <a:srgbClr val="000000"/>
              </a:buClr>
              <a:buFont typeface="Calibri Light"/>
              <a:buAutoNum type="arabicPeriod"/>
            </a:pPr>
            <a:r>
              <a:rPr b="1" lang="en-US" sz="2000" strike="noStrike" u="none">
                <a:solidFill>
                  <a:schemeClr val="dk1"/>
                </a:solidFill>
                <a:effectLst/>
                <a:uFillTx/>
                <a:latin typeface="Google Sans"/>
              </a:rPr>
              <a:t>Aim &amp; Objectives</a:t>
            </a:r>
            <a:endParaRPr b="0" lang="en-US" sz="2000" strike="noStrike" u="none">
              <a:solidFill>
                <a:srgbClr val="000000"/>
              </a:solidFill>
              <a:effectLst/>
              <a:uFillTx/>
              <a:latin typeface="Arial"/>
            </a:endParaRPr>
          </a:p>
          <a:p>
            <a:pPr lvl="1" marL="626400" indent="-343080" algn="just" defTabSz="914400">
              <a:lnSpc>
                <a:spcPct val="150000"/>
              </a:lnSpc>
              <a:spcBef>
                <a:spcPts val="499"/>
              </a:spcBef>
              <a:buClr>
                <a:srgbClr val="000000"/>
              </a:buClr>
              <a:buFont typeface="Calibri Light"/>
              <a:buAutoNum type="arabicPeriod"/>
            </a:pPr>
            <a:r>
              <a:rPr b="1" lang="en-US" sz="2000" strike="noStrike" u="none">
                <a:solidFill>
                  <a:schemeClr val="dk1"/>
                </a:solidFill>
                <a:effectLst/>
                <a:uFillTx/>
                <a:latin typeface="Google Sans"/>
              </a:rPr>
              <a:t>Findings From Literature Review</a:t>
            </a:r>
            <a:endParaRPr b="0" lang="en-US" sz="2000" strike="noStrike" u="none">
              <a:solidFill>
                <a:srgbClr val="000000"/>
              </a:solidFill>
              <a:effectLst/>
              <a:uFillTx/>
              <a:latin typeface="Arial"/>
            </a:endParaRPr>
          </a:p>
          <a:p>
            <a:pPr lvl="1" marL="626400" indent="-343080" algn="just" defTabSz="914400">
              <a:lnSpc>
                <a:spcPct val="150000"/>
              </a:lnSpc>
              <a:spcBef>
                <a:spcPts val="499"/>
              </a:spcBef>
              <a:buClr>
                <a:srgbClr val="000000"/>
              </a:buClr>
              <a:buFont typeface="Calibri Light"/>
              <a:buAutoNum type="arabicPeriod"/>
            </a:pPr>
            <a:r>
              <a:rPr b="1" lang="en-US" sz="2000" strike="noStrike" u="none">
                <a:solidFill>
                  <a:schemeClr val="dk1"/>
                </a:solidFill>
                <a:effectLst/>
                <a:uFillTx/>
                <a:latin typeface="Google Sans"/>
              </a:rPr>
              <a:t>System Overview</a:t>
            </a:r>
            <a:endParaRPr b="0" lang="en-US" sz="2000" strike="noStrike" u="none">
              <a:solidFill>
                <a:srgbClr val="000000"/>
              </a:solidFill>
              <a:effectLst/>
              <a:uFillTx/>
              <a:latin typeface="Arial"/>
            </a:endParaRPr>
          </a:p>
          <a:p>
            <a:pPr lvl="1" marL="626400" indent="-343080" algn="just" defTabSz="914400">
              <a:lnSpc>
                <a:spcPct val="150000"/>
              </a:lnSpc>
              <a:spcBef>
                <a:spcPts val="499"/>
              </a:spcBef>
              <a:buClr>
                <a:srgbClr val="000000"/>
              </a:buClr>
              <a:buFont typeface="Calibri Light"/>
              <a:buAutoNum type="arabicPeriod"/>
            </a:pPr>
            <a:r>
              <a:rPr b="1" lang="en-US" sz="2000" strike="noStrike" u="none">
                <a:solidFill>
                  <a:schemeClr val="dk1"/>
                </a:solidFill>
                <a:effectLst/>
                <a:uFillTx/>
                <a:latin typeface="Google Sans"/>
              </a:rPr>
              <a:t>Functional Requirements</a:t>
            </a:r>
            <a:endParaRPr b="0" lang="en-US" sz="2000" strike="noStrike" u="none">
              <a:solidFill>
                <a:srgbClr val="000000"/>
              </a:solidFill>
              <a:effectLst/>
              <a:uFillTx/>
              <a:latin typeface="Arial"/>
            </a:endParaRPr>
          </a:p>
          <a:p>
            <a:pPr lvl="1" marL="626400" indent="-343080" algn="just" defTabSz="914400">
              <a:lnSpc>
                <a:spcPct val="150000"/>
              </a:lnSpc>
              <a:spcBef>
                <a:spcPts val="499"/>
              </a:spcBef>
              <a:buClr>
                <a:srgbClr val="000000"/>
              </a:buClr>
              <a:buFont typeface="Calibri Light"/>
              <a:buAutoNum type="arabicPeriod"/>
            </a:pPr>
            <a:r>
              <a:rPr b="1" lang="en-US" sz="2000" strike="noStrike" u="none">
                <a:solidFill>
                  <a:schemeClr val="dk1"/>
                </a:solidFill>
                <a:effectLst/>
                <a:uFillTx/>
                <a:latin typeface="Google Sans"/>
              </a:rPr>
              <a:t>Non-functional Requirements</a:t>
            </a:r>
            <a:endParaRPr b="0" lang="en-US" sz="2000" strike="noStrike" u="none">
              <a:solidFill>
                <a:srgbClr val="000000"/>
              </a:solidFill>
              <a:effectLst/>
              <a:uFillTx/>
              <a:latin typeface="Arial"/>
            </a:endParaRPr>
          </a:p>
          <a:p>
            <a:pPr lvl="1" marL="626400" indent="-343080" algn="just" defTabSz="914400">
              <a:lnSpc>
                <a:spcPct val="150000"/>
              </a:lnSpc>
              <a:spcBef>
                <a:spcPts val="499"/>
              </a:spcBef>
              <a:buClr>
                <a:srgbClr val="000000"/>
              </a:buClr>
              <a:buFont typeface="Calibri Light"/>
              <a:buAutoNum type="arabicPeriod"/>
            </a:pPr>
            <a:r>
              <a:rPr b="1" lang="en-US" sz="2000" strike="noStrike" u="none">
                <a:solidFill>
                  <a:schemeClr val="dk1"/>
                </a:solidFill>
                <a:effectLst/>
                <a:uFillTx/>
                <a:latin typeface="Google Sans"/>
              </a:rPr>
              <a:t>Development Environment &amp; Tools</a:t>
            </a:r>
            <a:endParaRPr b="0" lang="en-US" sz="2000" strike="noStrike" u="none">
              <a:solidFill>
                <a:srgbClr val="000000"/>
              </a:solidFill>
              <a:effectLst/>
              <a:uFillTx/>
              <a:latin typeface="Arial"/>
            </a:endParaRPr>
          </a:p>
          <a:p>
            <a:pPr lvl="1" marL="626400" indent="-343080" algn="just" defTabSz="914400">
              <a:lnSpc>
                <a:spcPct val="150000"/>
              </a:lnSpc>
              <a:spcBef>
                <a:spcPts val="499"/>
              </a:spcBef>
              <a:buClr>
                <a:srgbClr val="000000"/>
              </a:buClr>
              <a:buFont typeface="Calibri Light"/>
              <a:buAutoNum type="arabicPeriod"/>
            </a:pPr>
            <a:r>
              <a:rPr b="1" lang="en-US" sz="2000" strike="noStrike" u="none">
                <a:solidFill>
                  <a:schemeClr val="dk1"/>
                </a:solidFill>
                <a:effectLst/>
                <a:uFillTx/>
                <a:latin typeface="Google Sans"/>
              </a:rPr>
              <a:t>Quality Assurance &amp; Deployment Strategy</a:t>
            </a:r>
            <a:endParaRPr b="0" lang="en-US" sz="2000" strike="noStrike" u="none">
              <a:solidFill>
                <a:srgbClr val="000000"/>
              </a:solidFill>
              <a:effectLst/>
              <a:uFillTx/>
              <a:latin typeface="Arial"/>
            </a:endParaRPr>
          </a:p>
          <a:p>
            <a:pPr marL="626400" indent="0" algn="just" defTabSz="914400">
              <a:lnSpc>
                <a:spcPct val="150000"/>
              </a:lnSpc>
              <a:spcBef>
                <a:spcPts val="499"/>
              </a:spcBef>
              <a:buNone/>
              <a:tabLst>
                <a:tab algn="l" pos="0"/>
              </a:tabLst>
            </a:pPr>
            <a:endParaRPr b="0" lang="en-US"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pic>
        <p:nvPicPr>
          <p:cNvPr id="133" name="Picture Placeholder 7" descr=""/>
          <p:cNvPicPr/>
          <p:nvPr/>
        </p:nvPicPr>
        <p:blipFill>
          <a:blip r:embed="rId2"/>
          <a:srcRect l="16987" t="0" r="20278" b="0"/>
          <a:stretch/>
        </p:blipFill>
        <p:spPr>
          <a:xfrm>
            <a:off x="7902000" y="0"/>
            <a:ext cx="4343040" cy="6857280"/>
          </a:xfrm>
          <a:prstGeom prst="rect">
            <a:avLst/>
          </a:prstGeom>
          <a:noFill/>
          <a:ln w="0">
            <a:noFill/>
          </a:ln>
        </p:spPr>
      </p:pic>
      <p:sp>
        <p:nvSpPr>
          <p:cNvPr id="134" name="Rectangle: Rounded Corners 12"/>
          <p:cNvSpPr/>
          <p:nvPr/>
        </p:nvSpPr>
        <p:spPr>
          <a:xfrm>
            <a:off x="388440" y="3429000"/>
            <a:ext cx="6074280" cy="2664720"/>
          </a:xfrm>
          <a:prstGeom prst="roundRect">
            <a:avLst>
              <a:gd name="adj" fmla="val 16667"/>
            </a:avLst>
          </a:prstGeom>
          <a:solidFill>
            <a:schemeClr val="tx2"/>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r>
              <a:rPr b="1" lang="en-US" sz="1600" strike="noStrike" u="none">
                <a:solidFill>
                  <a:schemeClr val="lt1"/>
                </a:solidFill>
                <a:effectLst/>
                <a:uFillTx/>
                <a:latin typeface="Roboto"/>
                <a:ea typeface="Roboto"/>
              </a:rPr>
              <a:t>Problem Addressed</a:t>
            </a:r>
            <a:endParaRPr b="0" lang="en-US" sz="1600" strike="noStrike" u="none">
              <a:solidFill>
                <a:srgbClr val="ffffff"/>
              </a:solidFill>
              <a:effectLst/>
              <a:uFillTx/>
              <a:latin typeface="Arial"/>
            </a:endParaRPr>
          </a:p>
          <a:p>
            <a:pPr algn="ctr" defTabSz="457200">
              <a:lnSpc>
                <a:spcPct val="100000"/>
              </a:lnSpc>
            </a:pPr>
            <a:endParaRPr b="0" lang="en-US" sz="1600" strike="noStrike" u="none">
              <a:solidFill>
                <a:srgbClr val="ffffff"/>
              </a:solidFill>
              <a:effectLst/>
              <a:uFillTx/>
              <a:latin typeface="Arial"/>
            </a:endParaRPr>
          </a:p>
          <a:p>
            <a:pPr algn="ctr" defTabSz="457200">
              <a:lnSpc>
                <a:spcPct val="100000"/>
              </a:lnSpc>
            </a:pPr>
            <a:r>
              <a:rPr b="0" lang="en-US" sz="1600" strike="noStrike" u="none">
                <a:solidFill>
                  <a:schemeClr val="lt1"/>
                </a:solidFill>
                <a:effectLst/>
                <a:uFillTx/>
                <a:latin typeface="Roboto"/>
                <a:ea typeface="Roboto"/>
              </a:rPr>
              <a:t>How can a smart and centralized vehicle rental platform, incorporating geo-location and real-time availability features, be effectively developed and implemented in Sri Lanka to enhance accessibility and efficiency for both tourists and local residents?</a:t>
            </a:r>
            <a:endParaRPr b="0" lang="en-US" sz="1600" strike="noStrike" u="none">
              <a:solidFill>
                <a:srgbClr val="ffffff"/>
              </a:solidFill>
              <a:effectLst/>
              <a:uFillTx/>
              <a:latin typeface="Arial"/>
            </a:endParaRPr>
          </a:p>
        </p:txBody>
      </p:sp>
      <p:sp>
        <p:nvSpPr>
          <p:cNvPr id="135" name="Rectangle: Rounded Corners 1"/>
          <p:cNvSpPr/>
          <p:nvPr/>
        </p:nvSpPr>
        <p:spPr>
          <a:xfrm>
            <a:off x="429840" y="223560"/>
            <a:ext cx="6074280" cy="2441160"/>
          </a:xfrm>
          <a:prstGeom prst="roundRect">
            <a:avLst>
              <a:gd name="adj" fmla="val 16667"/>
            </a:avLst>
          </a:prstGeom>
          <a:solidFill>
            <a:schemeClr val="tx2"/>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defTabSz="457200">
              <a:lnSpc>
                <a:spcPct val="100000"/>
              </a:lnSpc>
            </a:pPr>
            <a:endParaRPr b="0" lang="en-US" sz="1800" strike="noStrike" u="none">
              <a:solidFill>
                <a:srgbClr val="ffffff"/>
              </a:solidFill>
              <a:effectLst/>
              <a:uFillTx/>
              <a:latin typeface="Arial"/>
            </a:endParaRPr>
          </a:p>
          <a:p>
            <a:pPr algn="ctr" defTabSz="457200">
              <a:lnSpc>
                <a:spcPct val="100000"/>
              </a:lnSpc>
            </a:pPr>
            <a:r>
              <a:rPr b="1" lang="en-US" sz="1600" strike="noStrike" u="none">
                <a:solidFill>
                  <a:schemeClr val="lt1"/>
                </a:solidFill>
                <a:effectLst/>
                <a:uFillTx/>
                <a:latin typeface="Roboto"/>
                <a:ea typeface="Roboto"/>
              </a:rPr>
              <a:t>Introduction</a:t>
            </a:r>
            <a:endParaRPr b="0" lang="en-US" sz="1600" strike="noStrike" u="none">
              <a:solidFill>
                <a:srgbClr val="ffffff"/>
              </a:solidFill>
              <a:effectLst/>
              <a:uFillTx/>
              <a:latin typeface="Arial"/>
            </a:endParaRPr>
          </a:p>
          <a:p>
            <a:pPr algn="ctr" defTabSz="457200">
              <a:lnSpc>
                <a:spcPct val="100000"/>
              </a:lnSpc>
            </a:pPr>
            <a:endParaRPr b="0" lang="en-US" sz="1800" strike="noStrike" u="none">
              <a:solidFill>
                <a:srgbClr val="ffffff"/>
              </a:solidFill>
              <a:effectLst/>
              <a:uFillTx/>
              <a:latin typeface="Arial"/>
            </a:endParaRPr>
          </a:p>
          <a:p>
            <a:pPr algn="ctr" defTabSz="457200">
              <a:lnSpc>
                <a:spcPct val="100000"/>
              </a:lnSpc>
            </a:pPr>
            <a:r>
              <a:rPr b="0" lang="en-US" sz="1800" strike="noStrike" u="none">
                <a:solidFill>
                  <a:schemeClr val="lt1"/>
                </a:solidFill>
                <a:effectLst/>
                <a:uFillTx/>
                <a:latin typeface="Calibri"/>
                <a:ea typeface="Roboto"/>
              </a:rPr>
              <a:t>According to our initial observations, Sri Lanka's vehicle rental industry operates in a highly fragmented manner, with rental operators working independently using manual processes or isolated booking systems. This fragmentation creates significant challenges for both service providers and customers. </a:t>
            </a:r>
            <a:br>
              <a:rPr sz="1800"/>
            </a:br>
            <a:endParaRPr b="0" lang="en-US" sz="1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pic>
        <p:nvPicPr>
          <p:cNvPr id="136" name="Picture Placeholder 7" descr=""/>
          <p:cNvPicPr/>
          <p:nvPr/>
        </p:nvPicPr>
        <p:blipFill>
          <a:blip r:embed="rId2"/>
          <a:srcRect l="16987" t="0" r="20278" b="0"/>
          <a:stretch/>
        </p:blipFill>
        <p:spPr>
          <a:xfrm>
            <a:off x="7938000" y="0"/>
            <a:ext cx="4343040" cy="6857280"/>
          </a:xfrm>
          <a:prstGeom prst="rect">
            <a:avLst/>
          </a:prstGeom>
          <a:noFill/>
          <a:ln w="0">
            <a:noFill/>
          </a:ln>
        </p:spPr>
      </p:pic>
      <p:sp>
        <p:nvSpPr>
          <p:cNvPr id="137" name="Rectangle: Rounded Corners 8"/>
          <p:cNvSpPr/>
          <p:nvPr/>
        </p:nvSpPr>
        <p:spPr>
          <a:xfrm>
            <a:off x="388440" y="545400"/>
            <a:ext cx="6074280" cy="1951200"/>
          </a:xfrm>
          <a:prstGeom prst="roundRect">
            <a:avLst>
              <a:gd name="adj" fmla="val 16667"/>
            </a:avLst>
          </a:prstGeom>
          <a:solidFill>
            <a:schemeClr val="tx2"/>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r>
              <a:rPr b="1" lang="en-US" sz="1600" strike="noStrike" u="none">
                <a:solidFill>
                  <a:schemeClr val="lt1"/>
                </a:solidFill>
                <a:effectLst/>
                <a:uFillTx/>
                <a:latin typeface="Roboto"/>
                <a:ea typeface="Roboto"/>
              </a:rPr>
              <a:t>Aim</a:t>
            </a:r>
            <a:endParaRPr b="0" lang="en-US" sz="1600" strike="noStrike" u="none">
              <a:solidFill>
                <a:srgbClr val="ffffff"/>
              </a:solidFill>
              <a:effectLst/>
              <a:uFillTx/>
              <a:latin typeface="Arial"/>
            </a:endParaRPr>
          </a:p>
          <a:p>
            <a:pPr algn="ctr" defTabSz="457200">
              <a:lnSpc>
                <a:spcPct val="100000"/>
              </a:lnSpc>
            </a:pPr>
            <a:endParaRPr b="0" lang="en-US" sz="1600" strike="noStrike" u="none">
              <a:solidFill>
                <a:srgbClr val="ffffff"/>
              </a:solidFill>
              <a:effectLst/>
              <a:uFillTx/>
              <a:latin typeface="Arial"/>
            </a:endParaRPr>
          </a:p>
          <a:p>
            <a:pPr algn="ctr" defTabSz="457200">
              <a:lnSpc>
                <a:spcPct val="100000"/>
              </a:lnSpc>
            </a:pPr>
            <a:r>
              <a:rPr b="0" lang="en-US" sz="1600" strike="noStrike" u="none">
                <a:solidFill>
                  <a:schemeClr val="lt1"/>
                </a:solidFill>
                <a:effectLst/>
                <a:uFillTx/>
                <a:latin typeface="Roboto"/>
                <a:ea typeface="Roboto"/>
              </a:rPr>
              <a:t>Development of a Smart and Centralized Vehicle Rental Platform for Sri Lanka Using Geo-location and Real-Time Availability Features </a:t>
            </a:r>
            <a:br>
              <a:rPr sz="1600"/>
            </a:br>
            <a:endParaRPr b="0" lang="en-US" sz="1600" strike="noStrike" u="none">
              <a:solidFill>
                <a:srgbClr val="ffffff"/>
              </a:solidFill>
              <a:effectLst/>
              <a:uFillTx/>
              <a:latin typeface="Arial"/>
            </a:endParaRPr>
          </a:p>
        </p:txBody>
      </p:sp>
      <p:sp>
        <p:nvSpPr>
          <p:cNvPr id="138" name="Rectangle: Rounded Corners 2"/>
          <p:cNvSpPr/>
          <p:nvPr/>
        </p:nvSpPr>
        <p:spPr>
          <a:xfrm>
            <a:off x="485280" y="3042720"/>
            <a:ext cx="6074280" cy="3537360"/>
          </a:xfrm>
          <a:prstGeom prst="roundRect">
            <a:avLst>
              <a:gd name="adj" fmla="val 16667"/>
            </a:avLst>
          </a:prstGeom>
          <a:solidFill>
            <a:schemeClr val="tx2"/>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r>
              <a:rPr b="1" lang="en-US" sz="1600" strike="noStrike" u="none">
                <a:solidFill>
                  <a:schemeClr val="lt1"/>
                </a:solidFill>
                <a:effectLst/>
                <a:uFillTx/>
                <a:latin typeface="Roboto"/>
                <a:ea typeface="Roboto"/>
              </a:rPr>
              <a:t>Objectives</a:t>
            </a:r>
            <a:endParaRPr b="0" lang="en-US" sz="1600" strike="noStrike" u="none">
              <a:solidFill>
                <a:srgbClr val="ffffff"/>
              </a:solidFill>
              <a:effectLst/>
              <a:uFillTx/>
              <a:latin typeface="Arial"/>
            </a:endParaRPr>
          </a:p>
          <a:p>
            <a:pPr algn="ctr" defTabSz="457200">
              <a:lnSpc>
                <a:spcPct val="100000"/>
              </a:lnSpc>
            </a:pPr>
            <a:endParaRPr b="0" lang="en-US" sz="1600" strike="noStrike" u="none">
              <a:solidFill>
                <a:srgbClr val="ffffff"/>
              </a:solidFill>
              <a:effectLst/>
              <a:uFillTx/>
              <a:latin typeface="Arial"/>
            </a:endParaRPr>
          </a:p>
          <a:p>
            <a:pPr marL="285840" indent="-285840" defTabSz="457200">
              <a:lnSpc>
                <a:spcPct val="100000"/>
              </a:lnSpc>
              <a:buClr>
                <a:srgbClr val="ffffff"/>
              </a:buClr>
              <a:buFont typeface="Arial"/>
              <a:buChar char="•"/>
            </a:pPr>
            <a:r>
              <a:rPr b="0" lang="en-US" sz="1800" strike="noStrike" u="none">
                <a:solidFill>
                  <a:schemeClr val="lt1"/>
                </a:solidFill>
                <a:effectLst/>
                <a:uFillTx/>
                <a:latin typeface="Calibri"/>
                <a:ea typeface="Roboto"/>
              </a:rPr>
              <a:t>Provide real-time vehicle listings with geo-location tracking </a:t>
            </a:r>
            <a:endParaRPr b="0" lang="en-US" sz="1800" strike="noStrike" u="none">
              <a:solidFill>
                <a:srgbClr val="ffffff"/>
              </a:solidFill>
              <a:effectLst/>
              <a:uFillTx/>
              <a:latin typeface="Arial"/>
            </a:endParaRPr>
          </a:p>
          <a:p>
            <a:pPr marL="285840" indent="-285840" defTabSz="457200">
              <a:lnSpc>
                <a:spcPct val="100000"/>
              </a:lnSpc>
              <a:buClr>
                <a:srgbClr val="ffffff"/>
              </a:buClr>
              <a:buFont typeface="Arial"/>
              <a:buChar char="•"/>
            </a:pPr>
            <a:r>
              <a:rPr b="0" lang="en-US" sz="1800" strike="noStrike" u="none">
                <a:solidFill>
                  <a:schemeClr val="lt1"/>
                </a:solidFill>
                <a:effectLst/>
                <a:uFillTx/>
                <a:latin typeface="Calibri"/>
                <a:ea typeface="Roboto"/>
              </a:rPr>
              <a:t>Implement intelligent location-based recommendations </a:t>
            </a:r>
            <a:endParaRPr b="0" lang="en-US" sz="1800" strike="noStrike" u="none">
              <a:solidFill>
                <a:srgbClr val="ffffff"/>
              </a:solidFill>
              <a:effectLst/>
              <a:uFillTx/>
              <a:latin typeface="Arial"/>
            </a:endParaRPr>
          </a:p>
          <a:p>
            <a:pPr marL="285840" indent="-285840" defTabSz="457200">
              <a:lnSpc>
                <a:spcPct val="100000"/>
              </a:lnSpc>
              <a:buClr>
                <a:srgbClr val="ffffff"/>
              </a:buClr>
              <a:buFont typeface="Arial"/>
              <a:buChar char="•"/>
            </a:pPr>
            <a:r>
              <a:rPr b="0" lang="en-US" sz="1800" strike="noStrike" u="none">
                <a:solidFill>
                  <a:schemeClr val="lt1"/>
                </a:solidFill>
                <a:effectLst/>
                <a:uFillTx/>
                <a:latin typeface="Calibri"/>
                <a:ea typeface="Roboto"/>
              </a:rPr>
              <a:t>Enable advanced search and filtering capabilities Support diverse vehicle types (cars, vans, bikes, tuk-tuks, etc.)</a:t>
            </a:r>
            <a:endParaRPr b="0" lang="en-US" sz="1800" strike="noStrike" u="none">
              <a:solidFill>
                <a:srgbClr val="ffffff"/>
              </a:solidFill>
              <a:effectLst/>
              <a:uFillTx/>
              <a:latin typeface="Arial"/>
            </a:endParaRPr>
          </a:p>
          <a:p>
            <a:pPr marL="285840" indent="-285840" defTabSz="457200">
              <a:lnSpc>
                <a:spcPct val="100000"/>
              </a:lnSpc>
              <a:buClr>
                <a:srgbClr val="ffffff"/>
              </a:buClr>
              <a:buFont typeface="Arial"/>
              <a:buChar char="•"/>
            </a:pPr>
            <a:r>
              <a:rPr b="0" lang="en-US" sz="1800" strike="noStrike" u="none">
                <a:solidFill>
                  <a:schemeClr val="lt1"/>
                </a:solidFill>
                <a:effectLst/>
                <a:uFillTx/>
                <a:latin typeface="Calibri"/>
                <a:ea typeface="Roboto"/>
              </a:rPr>
              <a:t> Integrate chatbot assistance for seamless customer support </a:t>
            </a:r>
            <a:endParaRPr b="0" lang="en-US" sz="1800" strike="noStrike" u="none">
              <a:solidFill>
                <a:srgbClr val="ffffff"/>
              </a:solidFill>
              <a:effectLst/>
              <a:uFillTx/>
              <a:latin typeface="Arial"/>
            </a:endParaRPr>
          </a:p>
          <a:p>
            <a:pPr marL="285840" indent="-285840" defTabSz="457200">
              <a:lnSpc>
                <a:spcPct val="100000"/>
              </a:lnSpc>
              <a:buClr>
                <a:srgbClr val="ffffff"/>
              </a:buClr>
              <a:buFont typeface="Arial"/>
              <a:buChar char="•"/>
            </a:pPr>
            <a:r>
              <a:rPr b="0" lang="en-US" sz="1800" strike="noStrike" u="none">
                <a:solidFill>
                  <a:schemeClr val="lt1"/>
                </a:solidFill>
                <a:effectLst/>
                <a:uFillTx/>
                <a:latin typeface="Calibri"/>
                <a:ea typeface="Roboto"/>
              </a:rPr>
              <a:t>Bridge the gap between urban and rural rental services</a:t>
            </a:r>
            <a:br>
              <a:rPr sz="1800"/>
            </a:br>
            <a:r>
              <a:rPr b="0" lang="en-US" sz="1800" strike="noStrike" u="none">
                <a:solidFill>
                  <a:schemeClr val="lt1"/>
                </a:solidFill>
                <a:effectLst/>
                <a:uFillTx/>
                <a:latin typeface="Roboto"/>
                <a:ea typeface="Roboto"/>
              </a:rPr>
              <a:t> </a:t>
            </a:r>
            <a:endParaRPr b="0" lang="en-US" sz="1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39" name="Rectangle: Rounded Corners 4"/>
          <p:cNvSpPr/>
          <p:nvPr/>
        </p:nvSpPr>
        <p:spPr>
          <a:xfrm>
            <a:off x="264600" y="914400"/>
            <a:ext cx="11718000" cy="5941800"/>
          </a:xfrm>
          <a:prstGeom prst="roundRect">
            <a:avLst>
              <a:gd name="adj" fmla="val 15797"/>
            </a:avLst>
          </a:prstGeom>
          <a:solidFill>
            <a:schemeClr val="tx2"/>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defTabSz="457200">
              <a:lnSpc>
                <a:spcPct val="100000"/>
              </a:lnSpc>
            </a:pPr>
            <a:endParaRPr b="0" lang="en-US" sz="1600" strike="noStrike" u="none">
              <a:solidFill>
                <a:srgbClr val="ffffff"/>
              </a:solidFill>
              <a:effectLst/>
              <a:uFillTx/>
              <a:latin typeface="Arial"/>
            </a:endParaRPr>
          </a:p>
          <a:p>
            <a:pPr defTabSz="457200">
              <a:lnSpc>
                <a:spcPct val="100000"/>
              </a:lnSpc>
            </a:pPr>
            <a:r>
              <a:rPr b="0" lang="en-US" sz="1800" strike="noStrike" u="none">
                <a:solidFill>
                  <a:schemeClr val="lt1"/>
                </a:solidFill>
                <a:effectLst/>
                <a:uFillTx/>
                <a:latin typeface="Roboto"/>
                <a:ea typeface="Roboto"/>
              </a:rPr>
              <a:t>Studies highlight that the demand for car-sharing and vehicle rental platforms is rising due to urban congestion, increased tourism, and growing smartphone penetration. Platforms such as Zipcar, Turo, and Uber demonstrate how centralized architectures coupled with intelligent back-end analytics can enhance operational efficiency and customer convenience</a:t>
            </a:r>
            <a:endParaRPr b="0" lang="en-US" sz="1800" strike="noStrike" u="none">
              <a:solidFill>
                <a:srgbClr val="ffffff"/>
              </a:solidFill>
              <a:effectLst/>
              <a:uFillTx/>
              <a:latin typeface="Arial"/>
            </a:endParaRPr>
          </a:p>
          <a:p>
            <a:pPr defTabSz="457200">
              <a:lnSpc>
                <a:spcPct val="100000"/>
              </a:lnSpc>
            </a:pPr>
            <a:endParaRPr b="0" lang="en-US" sz="1800" strike="noStrike" u="none">
              <a:solidFill>
                <a:srgbClr val="ffffff"/>
              </a:solidFill>
              <a:effectLst/>
              <a:uFillTx/>
              <a:latin typeface="Arial"/>
            </a:endParaRPr>
          </a:p>
          <a:p>
            <a:pPr algn="ctr" defTabSz="457200">
              <a:lnSpc>
                <a:spcPct val="100000"/>
              </a:lnSpc>
            </a:pPr>
            <a:r>
              <a:rPr b="1" lang="en-US" sz="1600" strike="noStrike" u="none">
                <a:solidFill>
                  <a:schemeClr val="lt1"/>
                </a:solidFill>
                <a:effectLst/>
                <a:uFillTx/>
                <a:latin typeface="Roboto"/>
                <a:ea typeface="Roboto"/>
              </a:rPr>
              <a:t>Proven Factors of Success in Vehicle Rental Applications</a:t>
            </a:r>
            <a:endParaRPr b="0" lang="en-US" sz="1600" strike="noStrike" u="none">
              <a:solidFill>
                <a:srgbClr val="ffffff"/>
              </a:solidFill>
              <a:effectLst/>
              <a:uFillTx/>
              <a:latin typeface="Arial"/>
            </a:endParaRPr>
          </a:p>
          <a:p>
            <a:pPr algn="ctr" defTabSz="457200">
              <a:lnSpc>
                <a:spcPct val="100000"/>
              </a:lnSpc>
            </a:pPr>
            <a:endParaRPr b="0" lang="en-US" sz="1600" strike="noStrike" u="none">
              <a:solidFill>
                <a:srgbClr val="ffffff"/>
              </a:solidFill>
              <a:effectLst/>
              <a:uFillTx/>
              <a:latin typeface="Arial"/>
            </a:endParaRPr>
          </a:p>
          <a:p>
            <a:pPr marL="285840" indent="-285840" defTabSz="457200">
              <a:lnSpc>
                <a:spcPct val="100000"/>
              </a:lnSpc>
              <a:buClr>
                <a:srgbClr val="ffffff"/>
              </a:buClr>
              <a:buFont typeface="Arial"/>
              <a:buChar char="•"/>
            </a:pPr>
            <a:r>
              <a:rPr b="0" lang="en-US" sz="1800" strike="noStrike" u="none">
                <a:solidFill>
                  <a:schemeClr val="lt1"/>
                </a:solidFill>
                <a:effectLst/>
                <a:uFillTx/>
                <a:latin typeface="Roboto"/>
                <a:ea typeface="Roboto"/>
              </a:rPr>
              <a:t>Centralized services </a:t>
            </a:r>
            <a:endParaRPr b="0" lang="en-US" sz="1800" strike="noStrike" u="none">
              <a:solidFill>
                <a:srgbClr val="ffffff"/>
              </a:solidFill>
              <a:effectLst/>
              <a:uFillTx/>
              <a:latin typeface="Arial"/>
            </a:endParaRPr>
          </a:p>
          <a:p>
            <a:pPr marL="285840" indent="-285840" defTabSz="457200">
              <a:lnSpc>
                <a:spcPct val="100000"/>
              </a:lnSpc>
              <a:buClr>
                <a:srgbClr val="ffffff"/>
              </a:buClr>
              <a:buFont typeface="Arial"/>
              <a:buChar char="•"/>
            </a:pPr>
            <a:r>
              <a:rPr b="0" lang="en-US" sz="1800" strike="noStrike" u="none">
                <a:solidFill>
                  <a:schemeClr val="lt1"/>
                </a:solidFill>
                <a:effectLst/>
                <a:uFillTx/>
                <a:latin typeface="Roboto"/>
                <a:ea typeface="Roboto"/>
              </a:rPr>
              <a:t>Automated payments</a:t>
            </a:r>
            <a:endParaRPr b="0" lang="en-US" sz="1800" strike="noStrike" u="none">
              <a:solidFill>
                <a:srgbClr val="ffffff"/>
              </a:solidFill>
              <a:effectLst/>
              <a:uFillTx/>
              <a:latin typeface="Arial"/>
            </a:endParaRPr>
          </a:p>
          <a:p>
            <a:pPr marL="285840" indent="-285840" defTabSz="457200">
              <a:lnSpc>
                <a:spcPct val="100000"/>
              </a:lnSpc>
              <a:buClr>
                <a:srgbClr val="ffffff"/>
              </a:buClr>
              <a:buFont typeface="Arial"/>
              <a:buChar char="•"/>
            </a:pPr>
            <a:r>
              <a:rPr b="0" lang="en-US" sz="1800" strike="noStrike" u="none">
                <a:solidFill>
                  <a:schemeClr val="lt1"/>
                </a:solidFill>
                <a:effectLst/>
                <a:uFillTx/>
                <a:latin typeface="Roboto"/>
                <a:ea typeface="Roboto"/>
              </a:rPr>
              <a:t>Location awareness </a:t>
            </a:r>
            <a:endParaRPr b="0" lang="en-US" sz="1800" strike="noStrike" u="none">
              <a:solidFill>
                <a:srgbClr val="ffffff"/>
              </a:solidFill>
              <a:effectLst/>
              <a:uFillTx/>
              <a:latin typeface="Arial"/>
            </a:endParaRPr>
          </a:p>
          <a:p>
            <a:pPr marL="285840" indent="-285840" defTabSz="457200">
              <a:lnSpc>
                <a:spcPct val="100000"/>
              </a:lnSpc>
              <a:buClr>
                <a:srgbClr val="ffffff"/>
              </a:buClr>
              <a:buFont typeface="Arial"/>
              <a:buChar char="•"/>
            </a:pPr>
            <a:r>
              <a:rPr b="0" lang="en-US" sz="1800" strike="noStrike" u="none">
                <a:solidFill>
                  <a:schemeClr val="lt1"/>
                </a:solidFill>
                <a:effectLst/>
                <a:uFillTx/>
                <a:latin typeface="Roboto"/>
                <a:ea typeface="Roboto"/>
              </a:rPr>
              <a:t>Real-time synchronization </a:t>
            </a:r>
            <a:endParaRPr b="0" lang="en-US" sz="1800" strike="noStrike" u="none">
              <a:solidFill>
                <a:srgbClr val="ffffff"/>
              </a:solidFill>
              <a:effectLst/>
              <a:uFillTx/>
              <a:latin typeface="Arial"/>
            </a:endParaRPr>
          </a:p>
          <a:p>
            <a:pPr marL="285840" indent="-285840" defTabSz="457200">
              <a:lnSpc>
                <a:spcPct val="100000"/>
              </a:lnSpc>
              <a:buClr>
                <a:srgbClr val="ffffff"/>
              </a:buClr>
              <a:buFont typeface="Arial"/>
              <a:buChar char="•"/>
            </a:pPr>
            <a:r>
              <a:rPr b="0" lang="en-US" sz="1800" strike="noStrike" u="none">
                <a:solidFill>
                  <a:schemeClr val="lt1"/>
                </a:solidFill>
                <a:effectLst/>
                <a:uFillTx/>
                <a:latin typeface="Roboto"/>
                <a:ea typeface="Roboto"/>
              </a:rPr>
              <a:t>Intuitive user interfaces</a:t>
            </a:r>
            <a:endParaRPr b="0" lang="en-US" sz="1800" strike="noStrike" u="none">
              <a:solidFill>
                <a:srgbClr val="ffffff"/>
              </a:solidFill>
              <a:effectLst/>
              <a:uFillTx/>
              <a:latin typeface="Arial"/>
            </a:endParaRPr>
          </a:p>
          <a:p>
            <a:pPr marL="285840" indent="-285840" defTabSz="457200">
              <a:lnSpc>
                <a:spcPct val="100000"/>
              </a:lnSpc>
              <a:buClr>
                <a:srgbClr val="ffffff"/>
              </a:buClr>
              <a:buFont typeface="Arial"/>
              <a:buChar char="•"/>
            </a:pPr>
            <a:r>
              <a:rPr b="0" lang="en-US" sz="1800" strike="noStrike" u="none">
                <a:solidFill>
                  <a:schemeClr val="lt1"/>
                </a:solidFill>
                <a:effectLst/>
                <a:uFillTx/>
                <a:latin typeface="Roboto"/>
                <a:ea typeface="Roboto"/>
              </a:rPr>
              <a:t>Perceived control </a:t>
            </a:r>
            <a:r>
              <a:rPr b="0" lang="en-US" sz="1800" strike="noStrike" u="none">
                <a:solidFill>
                  <a:schemeClr val="lt1"/>
                </a:solidFill>
                <a:effectLst/>
                <a:uFillTx/>
                <a:latin typeface="Calibri"/>
                <a:ea typeface="Roboto"/>
              </a:rPr>
              <a:t> </a:t>
            </a:r>
            <a:endParaRPr b="0" lang="en-US" sz="1800" strike="noStrike" u="none">
              <a:solidFill>
                <a:srgbClr val="ffffff"/>
              </a:solidFill>
              <a:effectLst/>
              <a:uFillTx/>
              <a:latin typeface="Arial"/>
            </a:endParaRPr>
          </a:p>
          <a:p>
            <a:pPr defTabSz="457200">
              <a:lnSpc>
                <a:spcPct val="100000"/>
              </a:lnSpc>
            </a:pPr>
            <a:endParaRPr b="0" lang="en-US" sz="1800" strike="noStrike" u="none">
              <a:solidFill>
                <a:srgbClr val="ffffff"/>
              </a:solidFill>
              <a:effectLst/>
              <a:uFillTx/>
              <a:latin typeface="Arial"/>
            </a:endParaRPr>
          </a:p>
        </p:txBody>
      </p:sp>
      <p:pic>
        <p:nvPicPr>
          <p:cNvPr id="140" name="" descr=""/>
          <p:cNvPicPr/>
          <p:nvPr/>
        </p:nvPicPr>
        <p:blipFill>
          <a:blip r:embed="rId2"/>
          <a:stretch/>
        </p:blipFill>
        <p:spPr>
          <a:xfrm rot="1413000">
            <a:off x="6015600" y="4843080"/>
            <a:ext cx="1714320" cy="1714320"/>
          </a:xfrm>
          <a:prstGeom prst="rect">
            <a:avLst/>
          </a:prstGeom>
          <a:noFill/>
          <a:ln w="0">
            <a:noFill/>
          </a:ln>
        </p:spPr>
      </p:pic>
      <p:pic>
        <p:nvPicPr>
          <p:cNvPr id="141" name="" descr=""/>
          <p:cNvPicPr/>
          <p:nvPr/>
        </p:nvPicPr>
        <p:blipFill>
          <a:blip r:embed="rId3"/>
          <a:stretch/>
        </p:blipFill>
        <p:spPr>
          <a:xfrm rot="1304400">
            <a:off x="7308720" y="4251600"/>
            <a:ext cx="2676240" cy="1714320"/>
          </a:xfrm>
          <a:prstGeom prst="rect">
            <a:avLst/>
          </a:prstGeom>
          <a:noFill/>
          <a:ln w="0">
            <a:noFill/>
          </a:ln>
        </p:spPr>
      </p:pic>
      <p:pic>
        <p:nvPicPr>
          <p:cNvPr id="142" name="" descr=""/>
          <p:cNvPicPr/>
          <p:nvPr/>
        </p:nvPicPr>
        <p:blipFill>
          <a:blip r:embed="rId4"/>
          <a:stretch/>
        </p:blipFill>
        <p:spPr>
          <a:xfrm rot="1511400">
            <a:off x="9660960" y="3513600"/>
            <a:ext cx="1599480" cy="1713960"/>
          </a:xfrm>
          <a:prstGeom prst="rect">
            <a:avLst/>
          </a:prstGeom>
          <a:noFill/>
          <a:ln w="0">
            <a:noFill/>
          </a:ln>
        </p:spPr>
      </p:pic>
      <p:sp>
        <p:nvSpPr>
          <p:cNvPr id="143" name="Rectangle: Rounded Corners 3"/>
          <p:cNvSpPr/>
          <p:nvPr/>
        </p:nvSpPr>
        <p:spPr>
          <a:xfrm>
            <a:off x="4275000" y="0"/>
            <a:ext cx="3726000" cy="1270440"/>
          </a:xfrm>
          <a:prstGeom prst="roundRect">
            <a:avLst>
              <a:gd name="adj" fmla="val 16667"/>
            </a:avLst>
          </a:prstGeom>
          <a:solidFill>
            <a:schemeClr val="tx2"/>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r>
              <a:rPr b="1" lang="en-US" sz="1600" strike="noStrike" u="none">
                <a:solidFill>
                  <a:schemeClr val="lt1"/>
                </a:solidFill>
                <a:effectLst/>
                <a:uFillTx/>
                <a:latin typeface="Roboto"/>
                <a:ea typeface="Roboto"/>
              </a:rPr>
              <a:t>FINDINGS FROM LITERATURE REVIEW</a:t>
            </a:r>
            <a:endParaRPr b="0" lang="en-US" sz="16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44" name="Rectangle: Rounded Corners 5"/>
          <p:cNvSpPr/>
          <p:nvPr/>
        </p:nvSpPr>
        <p:spPr>
          <a:xfrm>
            <a:off x="4060440" y="0"/>
            <a:ext cx="3726000" cy="1270440"/>
          </a:xfrm>
          <a:prstGeom prst="roundRect">
            <a:avLst>
              <a:gd name="adj" fmla="val 16667"/>
            </a:avLst>
          </a:prstGeom>
          <a:solidFill>
            <a:schemeClr val="tx2"/>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r>
              <a:rPr b="1" lang="en-US" sz="1600" strike="noStrike" u="none">
                <a:solidFill>
                  <a:schemeClr val="lt1"/>
                </a:solidFill>
                <a:effectLst/>
                <a:uFillTx/>
                <a:latin typeface="Roboto"/>
                <a:ea typeface="Roboto"/>
              </a:rPr>
              <a:t>FINDINGS FROM LITERATURE REVIEW</a:t>
            </a:r>
            <a:endParaRPr b="0" lang="en-US" sz="1600" strike="noStrike" u="none">
              <a:solidFill>
                <a:srgbClr val="ffffff"/>
              </a:solidFill>
              <a:effectLst/>
              <a:uFillTx/>
              <a:latin typeface="Arial"/>
            </a:endParaRPr>
          </a:p>
        </p:txBody>
      </p:sp>
      <p:sp>
        <p:nvSpPr>
          <p:cNvPr id="145" name="Rectangle: Rounded Corners 6"/>
          <p:cNvSpPr/>
          <p:nvPr/>
        </p:nvSpPr>
        <p:spPr>
          <a:xfrm>
            <a:off x="914400" y="1828800"/>
            <a:ext cx="10058400" cy="2971800"/>
          </a:xfrm>
          <a:prstGeom prst="roundRect">
            <a:avLst>
              <a:gd name="adj" fmla="val 16667"/>
            </a:avLst>
          </a:prstGeom>
          <a:solidFill>
            <a:schemeClr val="tx2"/>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600" strike="noStrike" u="none">
              <a:solidFill>
                <a:srgbClr val="ffffff"/>
              </a:solidFill>
              <a:effectLst/>
              <a:uFillTx/>
              <a:latin typeface="Arial"/>
            </a:endParaRPr>
          </a:p>
          <a:p>
            <a:pPr algn="ctr" defTabSz="457200">
              <a:lnSpc>
                <a:spcPct val="100000"/>
              </a:lnSpc>
            </a:pPr>
            <a:r>
              <a:rPr b="1" lang="en-US" sz="1600" strike="noStrike" u="none">
                <a:solidFill>
                  <a:schemeClr val="lt1"/>
                </a:solidFill>
                <a:effectLst/>
                <a:uFillTx/>
                <a:latin typeface="Roboto"/>
                <a:ea typeface="Roboto"/>
              </a:rPr>
              <a:t>Literature Gap Identified:</a:t>
            </a:r>
            <a:endParaRPr b="0" lang="en-US" sz="1600" strike="noStrike" u="none">
              <a:solidFill>
                <a:srgbClr val="ffffff"/>
              </a:solidFill>
              <a:effectLst/>
              <a:uFillTx/>
              <a:latin typeface="Arial"/>
            </a:endParaRPr>
          </a:p>
          <a:p>
            <a:pPr algn="ctr" defTabSz="457200">
              <a:lnSpc>
                <a:spcPct val="100000"/>
              </a:lnSpc>
            </a:pPr>
            <a:endParaRPr b="0" lang="en-US" sz="1600" strike="noStrike" u="none">
              <a:solidFill>
                <a:srgbClr val="ffffff"/>
              </a:solidFill>
              <a:effectLst/>
              <a:uFillTx/>
              <a:latin typeface="Arial"/>
            </a:endParaRPr>
          </a:p>
          <a:p>
            <a:pPr algn="ctr" defTabSz="457200">
              <a:lnSpc>
                <a:spcPct val="100000"/>
              </a:lnSpc>
            </a:pPr>
            <a:endParaRPr b="0" lang="en-US" sz="1600" strike="noStrike" u="none">
              <a:solidFill>
                <a:srgbClr val="ffffff"/>
              </a:solidFill>
              <a:effectLst/>
              <a:uFillTx/>
              <a:latin typeface="Arial"/>
            </a:endParaRPr>
          </a:p>
          <a:p>
            <a:pPr algn="ctr" defTabSz="457200">
              <a:lnSpc>
                <a:spcPct val="100000"/>
              </a:lnSpc>
            </a:pPr>
            <a:endParaRPr b="0" lang="en-US" sz="1600" strike="noStrike" u="none">
              <a:solidFill>
                <a:srgbClr val="ffffff"/>
              </a:solidFill>
              <a:effectLst/>
              <a:uFillTx/>
              <a:latin typeface="Arial"/>
            </a:endParaRPr>
          </a:p>
          <a:p>
            <a:pPr algn="ctr" defTabSz="457200">
              <a:lnSpc>
                <a:spcPct val="100000"/>
              </a:lnSpc>
            </a:pPr>
            <a:r>
              <a:rPr b="0" lang="en-US" sz="1600" strike="noStrike" u="none">
                <a:solidFill>
                  <a:schemeClr val="lt1"/>
                </a:solidFill>
                <a:effectLst/>
                <a:uFillTx/>
                <a:latin typeface="Roboto"/>
                <a:ea typeface="Roboto"/>
              </a:rPr>
              <a:t>A clear literature gap is available in Sri Lanka for integrating a smart, simple, user-centric, centralized vehicle-rental platform, for the country’s transport ecosystem.</a:t>
            </a:r>
            <a:endParaRPr b="0" lang="en-US" sz="16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46" name="Picture 3" descr="A diagram of a vehicle management system&#10;&#10;AI-generated content may be incorrect."/>
          <p:cNvPicPr/>
          <p:nvPr/>
        </p:nvPicPr>
        <p:blipFill>
          <a:blip r:embed="rId1"/>
          <a:stretch/>
        </p:blipFill>
        <p:spPr>
          <a:xfrm>
            <a:off x="2161440" y="744840"/>
            <a:ext cx="6820920" cy="4547160"/>
          </a:xfrm>
          <a:prstGeom prst="rect">
            <a:avLst/>
          </a:prstGeom>
          <a:noFill/>
          <a:ln w="0">
            <a:noFill/>
          </a:ln>
        </p:spPr>
      </p:pic>
      <p:sp>
        <p:nvSpPr>
          <p:cNvPr id="147" name="PlaceHolder 1"/>
          <p:cNvSpPr>
            <a:spLocks noGrp="1"/>
          </p:cNvSpPr>
          <p:nvPr>
            <p:ph type="title"/>
          </p:nvPr>
        </p:nvSpPr>
        <p:spPr>
          <a:xfrm>
            <a:off x="816840" y="368280"/>
            <a:ext cx="5808600" cy="507960"/>
          </a:xfrm>
          <a:prstGeom prst="rect">
            <a:avLst/>
          </a:prstGeom>
          <a:noFill/>
          <a:ln w="0">
            <a:noFill/>
          </a:ln>
        </p:spPr>
        <p:txBody>
          <a:bodyPr lIns="91440" rIns="91440" tIns="45720" bIns="45720" anchor="b">
            <a:normAutofit lnSpcReduction="9999"/>
          </a:bodyPr>
          <a:p>
            <a:pPr indent="0" defTabSz="914400">
              <a:lnSpc>
                <a:spcPct val="90000"/>
              </a:lnSpc>
              <a:buNone/>
              <a:tabLst>
                <a:tab algn="l" pos="0"/>
              </a:tabLst>
            </a:pPr>
            <a:r>
              <a:rPr b="1" lang="en-US" sz="3200" strike="noStrike" u="none">
                <a:solidFill>
                  <a:schemeClr val="dk2"/>
                </a:solidFill>
                <a:effectLst/>
                <a:uFillTx/>
                <a:latin typeface="-apple-system"/>
              </a:rPr>
              <a:t>SYSTEM OVERVIEW</a:t>
            </a:r>
            <a:endParaRPr b="0" lang="en-US" sz="3200" strike="noStrike" u="none">
              <a:solidFill>
                <a:srgbClr val="000000"/>
              </a:solidFill>
              <a:effectLst/>
              <a:uFillTx/>
              <a:latin typeface="Arial"/>
            </a:endParaRPr>
          </a:p>
        </p:txBody>
      </p:sp>
      <p:pic>
        <p:nvPicPr>
          <p:cNvPr id="148" name="Picture Placeholder 5" descr=""/>
          <p:cNvPicPr/>
          <p:nvPr/>
        </p:nvPicPr>
        <p:blipFill>
          <a:blip r:embed="rId2"/>
          <a:srcRect l="0" t="43199" r="0" b="43199"/>
          <a:stretch/>
        </p:blipFill>
        <p:spPr>
          <a:xfrm>
            <a:off x="0" y="5292360"/>
            <a:ext cx="12191400" cy="1564920"/>
          </a:xfrm>
          <a:prstGeom prst="rect">
            <a:avLst/>
          </a:prstGeom>
          <a:noFill/>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49" name="Rectangle: Rounded Corners 7"/>
          <p:cNvSpPr/>
          <p:nvPr/>
        </p:nvSpPr>
        <p:spPr>
          <a:xfrm>
            <a:off x="4060440" y="0"/>
            <a:ext cx="3726000" cy="1270440"/>
          </a:xfrm>
          <a:prstGeom prst="roundRect">
            <a:avLst>
              <a:gd name="adj" fmla="val 16667"/>
            </a:avLst>
          </a:prstGeom>
          <a:solidFill>
            <a:schemeClr val="tx2"/>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r>
              <a:rPr b="1" lang="en-US" sz="1600" strike="noStrike" u="none">
                <a:solidFill>
                  <a:schemeClr val="lt1"/>
                </a:solidFill>
                <a:effectLst/>
                <a:uFillTx/>
                <a:latin typeface="Roboto"/>
                <a:ea typeface="Roboto"/>
              </a:rPr>
              <a:t>FUNCTIONAL REQUIREMENTS</a:t>
            </a:r>
            <a:endParaRPr b="0" lang="en-US" sz="1600" strike="noStrike" u="none">
              <a:solidFill>
                <a:srgbClr val="ffffff"/>
              </a:solidFill>
              <a:effectLst/>
              <a:uFillTx/>
              <a:latin typeface="Arial"/>
            </a:endParaRPr>
          </a:p>
        </p:txBody>
      </p:sp>
      <p:sp>
        <p:nvSpPr>
          <p:cNvPr id="150" name="Rectangle: Rounded Corners 9"/>
          <p:cNvSpPr/>
          <p:nvPr/>
        </p:nvSpPr>
        <p:spPr>
          <a:xfrm>
            <a:off x="1647000" y="1371600"/>
            <a:ext cx="9144000" cy="4800600"/>
          </a:xfrm>
          <a:prstGeom prst="roundRect">
            <a:avLst>
              <a:gd name="adj" fmla="val 16667"/>
            </a:avLst>
          </a:prstGeom>
          <a:solidFill>
            <a:schemeClr val="tx2"/>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defTabSz="457200">
              <a:lnSpc>
                <a:spcPct val="100000"/>
              </a:lnSpc>
            </a:pPr>
            <a:r>
              <a:rPr b="1" lang="en-US" sz="1600" strike="noStrike" u="none">
                <a:solidFill>
                  <a:schemeClr val="lt1"/>
                </a:solidFill>
                <a:effectLst/>
                <a:uFillTx/>
                <a:latin typeface="Roboto"/>
                <a:ea typeface="Roboto"/>
              </a:rPr>
              <a:t>PROPOSED SOLUTION: </a:t>
            </a:r>
            <a:r>
              <a:rPr b="0" lang="en-US" sz="1600" strike="noStrike" u="none">
                <a:solidFill>
                  <a:schemeClr val="lt1"/>
                </a:solidFill>
                <a:effectLst/>
                <a:uFillTx/>
                <a:latin typeface="Roboto"/>
                <a:ea typeface="Roboto"/>
              </a:rPr>
              <a:t>A self-intutive web application that acts as a bridge between individual vehicle providers and customers who wants to use those vehicle for rent. The application should support bellow mentioned functional requirements, and it creates a platform that promotes trustful services and responsible vehicle handling from vehicle providers and customers respectively.</a:t>
            </a:r>
            <a:endParaRPr b="0" lang="en-US" sz="1600" strike="noStrike" u="none">
              <a:solidFill>
                <a:srgbClr val="ffffff"/>
              </a:solidFill>
              <a:effectLst/>
              <a:uFillTx/>
              <a:latin typeface="Arial"/>
            </a:endParaRPr>
          </a:p>
          <a:p>
            <a:pPr defTabSz="457200">
              <a:lnSpc>
                <a:spcPct val="100000"/>
              </a:lnSpc>
            </a:pPr>
            <a:endParaRPr b="0" lang="en-US" sz="1600" strike="noStrike" u="none">
              <a:solidFill>
                <a:srgbClr val="ffffff"/>
              </a:solidFill>
              <a:effectLst/>
              <a:uFillTx/>
              <a:latin typeface="Arial"/>
            </a:endParaRPr>
          </a:p>
          <a:p>
            <a:pPr defTabSz="457200">
              <a:lnSpc>
                <a:spcPct val="100000"/>
              </a:lnSpc>
            </a:pPr>
            <a:endParaRPr b="0" lang="en-US" sz="1600" strike="noStrike" u="none">
              <a:solidFill>
                <a:srgbClr val="ffffff"/>
              </a:solidFill>
              <a:effectLst/>
              <a:uFillTx/>
              <a:latin typeface="Arial"/>
            </a:endParaRPr>
          </a:p>
          <a:p>
            <a:pPr defTabSz="457200">
              <a:lnSpc>
                <a:spcPct val="100000"/>
              </a:lnSpc>
            </a:pPr>
            <a:endParaRPr b="0" lang="en-US" sz="1600" strike="noStrike" u="none">
              <a:solidFill>
                <a:srgbClr val="ffffff"/>
              </a:solidFill>
              <a:effectLst/>
              <a:uFillTx/>
              <a:latin typeface="Arial"/>
            </a:endParaRPr>
          </a:p>
          <a:p>
            <a:pPr defTabSz="457200">
              <a:lnSpc>
                <a:spcPct val="100000"/>
              </a:lnSpc>
            </a:pPr>
            <a:r>
              <a:rPr b="0" lang="en-US" sz="1600" strike="noStrike" u="none">
                <a:solidFill>
                  <a:schemeClr val="lt1"/>
                </a:solidFill>
                <a:effectLst/>
                <a:uFillTx/>
                <a:latin typeface="Roboto"/>
                <a:ea typeface="Roboto"/>
              </a:rPr>
              <a:t>1. User Management System</a:t>
            </a:r>
            <a:endParaRPr b="0" lang="en-US" sz="1600" strike="noStrike" u="none">
              <a:solidFill>
                <a:srgbClr val="ffffff"/>
              </a:solidFill>
              <a:effectLst/>
              <a:uFillTx/>
              <a:latin typeface="Arial"/>
            </a:endParaRPr>
          </a:p>
          <a:p>
            <a:pPr defTabSz="457200">
              <a:lnSpc>
                <a:spcPct val="100000"/>
              </a:lnSpc>
            </a:pPr>
            <a:r>
              <a:rPr b="0" lang="en-US" sz="1600" strike="noStrike" u="none">
                <a:solidFill>
                  <a:schemeClr val="lt1"/>
                </a:solidFill>
                <a:effectLst/>
                <a:uFillTx/>
                <a:latin typeface="Roboto"/>
                <a:ea typeface="Roboto"/>
              </a:rPr>
              <a:t>Multi-role registration, authentication, profile management, role-based access</a:t>
            </a:r>
            <a:endParaRPr b="0" lang="en-US" sz="1600" strike="noStrike" u="none">
              <a:solidFill>
                <a:srgbClr val="ffffff"/>
              </a:solidFill>
              <a:effectLst/>
              <a:uFillTx/>
              <a:latin typeface="Arial"/>
            </a:endParaRPr>
          </a:p>
          <a:p>
            <a:pPr defTabSz="457200">
              <a:lnSpc>
                <a:spcPct val="100000"/>
              </a:lnSpc>
            </a:pPr>
            <a:endParaRPr b="0" lang="en-US" sz="1600" strike="noStrike" u="none">
              <a:solidFill>
                <a:srgbClr val="ffffff"/>
              </a:solidFill>
              <a:effectLst/>
              <a:uFillTx/>
              <a:latin typeface="Arial"/>
            </a:endParaRPr>
          </a:p>
          <a:p>
            <a:pPr defTabSz="457200">
              <a:lnSpc>
                <a:spcPct val="100000"/>
              </a:lnSpc>
            </a:pPr>
            <a:r>
              <a:rPr b="0" lang="en-US" sz="1600" strike="noStrike" u="none">
                <a:solidFill>
                  <a:schemeClr val="lt1"/>
                </a:solidFill>
                <a:effectLst/>
                <a:uFillTx/>
                <a:latin typeface="Roboto"/>
                <a:ea typeface="Roboto"/>
              </a:rPr>
              <a:t>2. Real-Time Vehicle Listings</a:t>
            </a:r>
            <a:endParaRPr b="0" lang="en-US" sz="1600" strike="noStrike" u="none">
              <a:solidFill>
                <a:srgbClr val="ffffff"/>
              </a:solidFill>
              <a:effectLst/>
              <a:uFillTx/>
              <a:latin typeface="Arial"/>
            </a:endParaRPr>
          </a:p>
          <a:p>
            <a:pPr defTabSz="457200">
              <a:lnSpc>
                <a:spcPct val="100000"/>
              </a:lnSpc>
            </a:pPr>
            <a:r>
              <a:rPr b="0" lang="en-US" sz="1600" strike="noStrike" u="none">
                <a:solidFill>
                  <a:schemeClr val="lt1"/>
                </a:solidFill>
                <a:effectLst/>
                <a:uFillTx/>
                <a:latin typeface="Roboto"/>
                <a:ea typeface="Roboto"/>
              </a:rPr>
              <a:t>Live GPS tracking, availability updates, WebSocket integration</a:t>
            </a:r>
            <a:endParaRPr b="0" lang="en-US" sz="1600" strike="noStrike" u="none">
              <a:solidFill>
                <a:srgbClr val="ffffff"/>
              </a:solidFill>
              <a:effectLst/>
              <a:uFillTx/>
              <a:latin typeface="Arial"/>
            </a:endParaRPr>
          </a:p>
          <a:p>
            <a:pPr defTabSz="457200">
              <a:lnSpc>
                <a:spcPct val="100000"/>
              </a:lnSpc>
            </a:pPr>
            <a:endParaRPr b="0" lang="en-US" sz="1600" strike="noStrike" u="none">
              <a:solidFill>
                <a:srgbClr val="ffffff"/>
              </a:solidFill>
              <a:effectLst/>
              <a:uFillTx/>
              <a:latin typeface="Arial"/>
            </a:endParaRPr>
          </a:p>
          <a:p>
            <a:pPr defTabSz="457200">
              <a:lnSpc>
                <a:spcPct val="100000"/>
              </a:lnSpc>
            </a:pPr>
            <a:r>
              <a:rPr b="0" lang="en-US" sz="1600" strike="noStrike" u="none">
                <a:solidFill>
                  <a:schemeClr val="lt1"/>
                </a:solidFill>
                <a:effectLst/>
                <a:uFillTx/>
                <a:latin typeface="Roboto"/>
                <a:ea typeface="Roboto"/>
              </a:rPr>
              <a:t>3. Intelligent Search &amp; Filtering</a:t>
            </a:r>
            <a:endParaRPr b="0" lang="en-US" sz="1600" strike="noStrike" u="none">
              <a:solidFill>
                <a:srgbClr val="ffffff"/>
              </a:solidFill>
              <a:effectLst/>
              <a:uFillTx/>
              <a:latin typeface="Arial"/>
            </a:endParaRPr>
          </a:p>
          <a:p>
            <a:pPr defTabSz="457200">
              <a:lnSpc>
                <a:spcPct val="100000"/>
              </a:lnSpc>
            </a:pPr>
            <a:r>
              <a:rPr b="0" lang="en-US" sz="1600" strike="noStrike" u="none">
                <a:solidFill>
                  <a:schemeClr val="lt1"/>
                </a:solidFill>
                <a:effectLst/>
                <a:uFillTx/>
                <a:latin typeface="Roboto"/>
                <a:ea typeface="Roboto"/>
              </a:rPr>
              <a:t>Geo-location search, filters (type, price, duration, driver), sorting</a:t>
            </a:r>
            <a:endParaRPr b="0" lang="en-US" sz="1600" strike="noStrike" u="none">
              <a:solidFill>
                <a:srgbClr val="ffffff"/>
              </a:solidFill>
              <a:effectLst/>
              <a:uFillTx/>
              <a:latin typeface="Arial"/>
            </a:endParaRPr>
          </a:p>
          <a:p>
            <a:pPr defTabSz="457200">
              <a:lnSpc>
                <a:spcPct val="100000"/>
              </a:lnSpc>
            </a:pPr>
            <a:endParaRPr b="0" lang="en-US" sz="16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51" name="Rectangle: Rounded Corners 10"/>
          <p:cNvSpPr/>
          <p:nvPr/>
        </p:nvSpPr>
        <p:spPr>
          <a:xfrm>
            <a:off x="4060440" y="0"/>
            <a:ext cx="3726000" cy="1270440"/>
          </a:xfrm>
          <a:prstGeom prst="roundRect">
            <a:avLst>
              <a:gd name="adj" fmla="val 16667"/>
            </a:avLst>
          </a:prstGeom>
          <a:solidFill>
            <a:schemeClr val="tx2"/>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r>
              <a:rPr b="1" lang="en-US" sz="1600" strike="noStrike" u="none">
                <a:solidFill>
                  <a:schemeClr val="lt1"/>
                </a:solidFill>
                <a:effectLst/>
                <a:uFillTx/>
                <a:latin typeface="Roboto"/>
                <a:ea typeface="Roboto"/>
              </a:rPr>
              <a:t>FUNCTIONAL REQUIREMENTS</a:t>
            </a:r>
            <a:endParaRPr b="0" lang="en-US" sz="1600" strike="noStrike" u="none">
              <a:solidFill>
                <a:srgbClr val="ffffff"/>
              </a:solidFill>
              <a:effectLst/>
              <a:uFillTx/>
              <a:latin typeface="Arial"/>
            </a:endParaRPr>
          </a:p>
        </p:txBody>
      </p:sp>
      <p:sp>
        <p:nvSpPr>
          <p:cNvPr id="152" name="Rectangle: Rounded Corners 11"/>
          <p:cNvSpPr/>
          <p:nvPr/>
        </p:nvSpPr>
        <p:spPr>
          <a:xfrm>
            <a:off x="1189800" y="914400"/>
            <a:ext cx="9783000" cy="5715000"/>
          </a:xfrm>
          <a:prstGeom prst="roundRect">
            <a:avLst>
              <a:gd name="adj" fmla="val 16667"/>
            </a:avLst>
          </a:prstGeom>
          <a:solidFill>
            <a:schemeClr val="tx2"/>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defTabSz="457200">
              <a:lnSpc>
                <a:spcPct val="100000"/>
              </a:lnSpc>
            </a:pPr>
            <a:r>
              <a:rPr b="0" lang="en-US" sz="1600" strike="noStrike" u="none">
                <a:solidFill>
                  <a:schemeClr val="lt1"/>
                </a:solidFill>
                <a:effectLst/>
                <a:uFillTx/>
                <a:latin typeface="Roboto"/>
                <a:ea typeface="Roboto"/>
              </a:rPr>
              <a:t>4. Location-Based Recommendations</a:t>
            </a:r>
            <a:endParaRPr b="0" lang="en-US" sz="1600" strike="noStrike" u="none">
              <a:solidFill>
                <a:srgbClr val="ffffff"/>
              </a:solidFill>
              <a:effectLst/>
              <a:uFillTx/>
              <a:latin typeface="Arial"/>
            </a:endParaRPr>
          </a:p>
          <a:p>
            <a:pPr defTabSz="457200">
              <a:lnSpc>
                <a:spcPct val="100000"/>
              </a:lnSpc>
            </a:pPr>
            <a:r>
              <a:rPr b="0" lang="en-US" sz="1600" strike="noStrike" u="none">
                <a:solidFill>
                  <a:schemeClr val="lt1"/>
                </a:solidFill>
                <a:effectLst/>
                <a:uFillTx/>
                <a:latin typeface="Roboto"/>
                <a:ea typeface="Roboto"/>
              </a:rPr>
              <a:t>Personalized suggestions, traffic-aware routing, preference analysis</a:t>
            </a:r>
            <a:endParaRPr b="0" lang="en-US" sz="1600" strike="noStrike" u="none">
              <a:solidFill>
                <a:srgbClr val="ffffff"/>
              </a:solidFill>
              <a:effectLst/>
              <a:uFillTx/>
              <a:latin typeface="Arial"/>
            </a:endParaRPr>
          </a:p>
          <a:p>
            <a:pPr defTabSz="457200">
              <a:lnSpc>
                <a:spcPct val="100000"/>
              </a:lnSpc>
            </a:pPr>
            <a:endParaRPr b="0" lang="en-US" sz="1600" strike="noStrike" u="none">
              <a:solidFill>
                <a:srgbClr val="ffffff"/>
              </a:solidFill>
              <a:effectLst/>
              <a:uFillTx/>
              <a:latin typeface="Arial"/>
            </a:endParaRPr>
          </a:p>
          <a:p>
            <a:pPr defTabSz="457200">
              <a:lnSpc>
                <a:spcPct val="100000"/>
              </a:lnSpc>
            </a:pPr>
            <a:r>
              <a:rPr b="0" lang="en-US" sz="1600" strike="noStrike" u="none">
                <a:solidFill>
                  <a:schemeClr val="lt1"/>
                </a:solidFill>
                <a:effectLst/>
                <a:uFillTx/>
                <a:latin typeface="Roboto"/>
                <a:ea typeface="Roboto"/>
              </a:rPr>
              <a:t>5. AI-Powered Chatbot</a:t>
            </a:r>
            <a:endParaRPr b="0" lang="en-US" sz="1600" strike="noStrike" u="none">
              <a:solidFill>
                <a:srgbClr val="ffffff"/>
              </a:solidFill>
              <a:effectLst/>
              <a:uFillTx/>
              <a:latin typeface="Arial"/>
            </a:endParaRPr>
          </a:p>
          <a:p>
            <a:pPr defTabSz="457200">
              <a:lnSpc>
                <a:spcPct val="100000"/>
              </a:lnSpc>
            </a:pPr>
            <a:r>
              <a:rPr b="0" lang="en-US" sz="1600" strike="noStrike" u="none">
                <a:solidFill>
                  <a:schemeClr val="lt1"/>
                </a:solidFill>
                <a:effectLst/>
                <a:uFillTx/>
                <a:latin typeface="Roboto"/>
                <a:ea typeface="Roboto"/>
              </a:rPr>
              <a:t>24/7 automated assistance, FAQs, inquiries</a:t>
            </a:r>
            <a:endParaRPr b="0" lang="en-US" sz="1600" strike="noStrike" u="none">
              <a:solidFill>
                <a:srgbClr val="ffffff"/>
              </a:solidFill>
              <a:effectLst/>
              <a:uFillTx/>
              <a:latin typeface="Arial"/>
            </a:endParaRPr>
          </a:p>
          <a:p>
            <a:pPr defTabSz="457200">
              <a:lnSpc>
                <a:spcPct val="100000"/>
              </a:lnSpc>
            </a:pPr>
            <a:endParaRPr b="0" lang="en-US" sz="1600" strike="noStrike" u="none">
              <a:solidFill>
                <a:srgbClr val="ffffff"/>
              </a:solidFill>
              <a:effectLst/>
              <a:uFillTx/>
              <a:latin typeface="Arial"/>
            </a:endParaRPr>
          </a:p>
          <a:p>
            <a:pPr defTabSz="457200">
              <a:lnSpc>
                <a:spcPct val="100000"/>
              </a:lnSpc>
            </a:pPr>
            <a:r>
              <a:rPr b="0" lang="en-US" sz="1600" strike="noStrike" u="none">
                <a:solidFill>
                  <a:schemeClr val="lt1"/>
                </a:solidFill>
                <a:effectLst/>
                <a:uFillTx/>
                <a:latin typeface="Roboto"/>
                <a:ea typeface="Roboto"/>
              </a:rPr>
              <a:t>6. Booking &amp; Reservation System</a:t>
            </a:r>
            <a:endParaRPr b="0" lang="en-US" sz="1600" strike="noStrike" u="none">
              <a:solidFill>
                <a:srgbClr val="ffffff"/>
              </a:solidFill>
              <a:effectLst/>
              <a:uFillTx/>
              <a:latin typeface="Arial"/>
            </a:endParaRPr>
          </a:p>
          <a:p>
            <a:pPr defTabSz="457200">
              <a:lnSpc>
                <a:spcPct val="100000"/>
              </a:lnSpc>
            </a:pPr>
            <a:r>
              <a:rPr b="0" lang="en-US" sz="1600" strike="noStrike" u="none">
                <a:solidFill>
                  <a:schemeClr val="lt1"/>
                </a:solidFill>
                <a:effectLst/>
                <a:uFillTx/>
                <a:latin typeface="Roboto"/>
                <a:ea typeface="Roboto"/>
              </a:rPr>
              <a:t>Real-time booking, confirmations, modifications, history tracking</a:t>
            </a:r>
            <a:endParaRPr b="0" lang="en-US" sz="1600" strike="noStrike" u="none">
              <a:solidFill>
                <a:srgbClr val="ffffff"/>
              </a:solidFill>
              <a:effectLst/>
              <a:uFillTx/>
              <a:latin typeface="Arial"/>
            </a:endParaRPr>
          </a:p>
          <a:p>
            <a:pPr defTabSz="457200">
              <a:lnSpc>
                <a:spcPct val="100000"/>
              </a:lnSpc>
            </a:pPr>
            <a:endParaRPr b="0" lang="en-US" sz="1600" strike="noStrike" u="none">
              <a:solidFill>
                <a:srgbClr val="ffffff"/>
              </a:solidFill>
              <a:effectLst/>
              <a:uFillTx/>
              <a:latin typeface="Arial"/>
            </a:endParaRPr>
          </a:p>
          <a:p>
            <a:pPr defTabSz="457200">
              <a:lnSpc>
                <a:spcPct val="100000"/>
              </a:lnSpc>
            </a:pPr>
            <a:r>
              <a:rPr b="0" lang="en-US" sz="1600" strike="noStrike" u="none">
                <a:solidFill>
                  <a:schemeClr val="lt1"/>
                </a:solidFill>
                <a:effectLst/>
                <a:uFillTx/>
                <a:latin typeface="Roboto"/>
                <a:ea typeface="Roboto"/>
              </a:rPr>
              <a:t>7. Rating &amp; Review System</a:t>
            </a:r>
            <a:endParaRPr b="0" lang="en-US" sz="1600" strike="noStrike" u="none">
              <a:solidFill>
                <a:srgbClr val="ffffff"/>
              </a:solidFill>
              <a:effectLst/>
              <a:uFillTx/>
              <a:latin typeface="Arial"/>
            </a:endParaRPr>
          </a:p>
          <a:p>
            <a:pPr defTabSz="457200">
              <a:lnSpc>
                <a:spcPct val="100000"/>
              </a:lnSpc>
            </a:pPr>
            <a:r>
              <a:rPr b="0" lang="en-US" sz="1600" strike="noStrike" u="none">
                <a:solidFill>
                  <a:schemeClr val="lt1"/>
                </a:solidFill>
                <a:effectLst/>
                <a:uFillTx/>
                <a:latin typeface="Roboto"/>
                <a:ea typeface="Roboto"/>
              </a:rPr>
              <a:t>Post-rental ratings, reviews, aggregate scores, moderation</a:t>
            </a:r>
            <a:endParaRPr b="0" lang="en-US" sz="1600" strike="noStrike" u="none">
              <a:solidFill>
                <a:srgbClr val="ffffff"/>
              </a:solidFill>
              <a:effectLst/>
              <a:uFillTx/>
              <a:latin typeface="Arial"/>
            </a:endParaRPr>
          </a:p>
          <a:p>
            <a:pPr defTabSz="457200">
              <a:lnSpc>
                <a:spcPct val="100000"/>
              </a:lnSpc>
            </a:pPr>
            <a:endParaRPr b="0" lang="en-US" sz="1600" strike="noStrike" u="none">
              <a:solidFill>
                <a:srgbClr val="ffffff"/>
              </a:solidFill>
              <a:effectLst/>
              <a:uFillTx/>
              <a:latin typeface="Arial"/>
            </a:endParaRPr>
          </a:p>
          <a:p>
            <a:pPr defTabSz="457200">
              <a:lnSpc>
                <a:spcPct val="100000"/>
              </a:lnSpc>
            </a:pPr>
            <a:r>
              <a:rPr b="0" lang="en-US" sz="1600" strike="noStrike" u="none">
                <a:solidFill>
                  <a:schemeClr val="lt1"/>
                </a:solidFill>
                <a:effectLst/>
                <a:uFillTx/>
                <a:latin typeface="Roboto"/>
                <a:ea typeface="Roboto"/>
              </a:rPr>
              <a:t>8. Communication Tools</a:t>
            </a:r>
            <a:endParaRPr b="0" lang="en-US" sz="1600" strike="noStrike" u="none">
              <a:solidFill>
                <a:srgbClr val="ffffff"/>
              </a:solidFill>
              <a:effectLst/>
              <a:uFillTx/>
              <a:latin typeface="Arial"/>
            </a:endParaRPr>
          </a:p>
          <a:p>
            <a:pPr defTabSz="457200">
              <a:lnSpc>
                <a:spcPct val="100000"/>
              </a:lnSpc>
            </a:pPr>
            <a:r>
              <a:rPr b="0" lang="en-US" sz="1600" strike="noStrike" u="none">
                <a:solidFill>
                  <a:schemeClr val="lt1"/>
                </a:solidFill>
                <a:effectLst/>
                <a:uFillTx/>
                <a:latin typeface="Roboto"/>
                <a:ea typeface="Roboto"/>
              </a:rPr>
              <a:t>In-app messaging, push notifications, email alerts</a:t>
            </a:r>
            <a:endParaRPr b="0" lang="en-US" sz="1600" strike="noStrike" u="none">
              <a:solidFill>
                <a:srgbClr val="ffffff"/>
              </a:solidFill>
              <a:effectLst/>
              <a:uFillTx/>
              <a:latin typeface="Arial"/>
            </a:endParaRPr>
          </a:p>
          <a:p>
            <a:pPr defTabSz="457200">
              <a:lnSpc>
                <a:spcPct val="100000"/>
              </a:lnSpc>
            </a:pPr>
            <a:endParaRPr b="0" lang="en-US" sz="1600" strike="noStrike" u="none">
              <a:solidFill>
                <a:srgbClr val="ffffff"/>
              </a:solidFill>
              <a:effectLst/>
              <a:uFillTx/>
              <a:latin typeface="Arial"/>
            </a:endParaRPr>
          </a:p>
          <a:p>
            <a:pPr defTabSz="457200">
              <a:lnSpc>
                <a:spcPct val="100000"/>
              </a:lnSpc>
            </a:pPr>
            <a:r>
              <a:rPr b="0" lang="en-US" sz="1600" strike="noStrike" u="none">
                <a:solidFill>
                  <a:schemeClr val="lt1"/>
                </a:solidFill>
                <a:effectLst/>
                <a:uFillTx/>
                <a:latin typeface="Roboto"/>
                <a:ea typeface="Roboto"/>
              </a:rPr>
              <a:t>9. Administrative Dashboard</a:t>
            </a:r>
            <a:endParaRPr b="0" lang="en-US" sz="1600" strike="noStrike" u="none">
              <a:solidFill>
                <a:srgbClr val="ffffff"/>
              </a:solidFill>
              <a:effectLst/>
              <a:uFillTx/>
              <a:latin typeface="Arial"/>
            </a:endParaRPr>
          </a:p>
          <a:p>
            <a:pPr defTabSz="457200">
              <a:lnSpc>
                <a:spcPct val="100000"/>
              </a:lnSpc>
            </a:pPr>
            <a:r>
              <a:rPr b="0" lang="en-US" sz="1600" strike="noStrike" u="none">
                <a:solidFill>
                  <a:schemeClr val="lt1"/>
                </a:solidFill>
                <a:effectLst/>
                <a:uFillTx/>
                <a:latin typeface="Roboto"/>
                <a:ea typeface="Roboto"/>
              </a:rPr>
              <a:t>User management, listing moderation, dispute resolution, analytics</a:t>
            </a:r>
            <a:endParaRPr b="0" lang="en-US" sz="1600" strike="noStrike" u="none">
              <a:solidFill>
                <a:srgbClr val="ffffff"/>
              </a:solidFill>
              <a:effectLst/>
              <a:uFillTx/>
              <a:latin typeface="Arial"/>
            </a:endParaRPr>
          </a:p>
          <a:p>
            <a:pPr defTabSz="457200">
              <a:lnSpc>
                <a:spcPct val="100000"/>
              </a:lnSpc>
            </a:pPr>
            <a:endParaRPr b="0" lang="en-US" sz="1600" strike="noStrike" u="none">
              <a:solidFill>
                <a:srgbClr val="ffffff"/>
              </a:solidFill>
              <a:effectLst/>
              <a:uFillTx/>
              <a:latin typeface="Arial"/>
            </a:endParaRPr>
          </a:p>
          <a:p>
            <a:pPr defTabSz="457200">
              <a:lnSpc>
                <a:spcPct val="100000"/>
              </a:lnSpc>
            </a:pPr>
            <a:r>
              <a:rPr b="0" lang="en-US" sz="1600" strike="noStrike" u="none">
                <a:solidFill>
                  <a:schemeClr val="lt1"/>
                </a:solidFill>
                <a:effectLst/>
                <a:uFillTx/>
                <a:latin typeface="Roboto"/>
                <a:ea typeface="Roboto"/>
              </a:rPr>
              <a:t>10. Responsive Web Interface</a:t>
            </a:r>
            <a:endParaRPr b="0" lang="en-US" sz="1600" strike="noStrike" u="none">
              <a:solidFill>
                <a:srgbClr val="ffffff"/>
              </a:solidFill>
              <a:effectLst/>
              <a:uFillTx/>
              <a:latin typeface="Arial"/>
            </a:endParaRPr>
          </a:p>
          <a:p>
            <a:pPr defTabSz="457200">
              <a:lnSpc>
                <a:spcPct val="100000"/>
              </a:lnSpc>
            </a:pPr>
            <a:r>
              <a:rPr b="0" lang="en-US" sz="1600" strike="noStrike" u="none">
                <a:solidFill>
                  <a:schemeClr val="lt1"/>
                </a:solidFill>
                <a:effectLst/>
                <a:uFillTx/>
                <a:latin typeface="Roboto"/>
                <a:ea typeface="Roboto"/>
              </a:rPr>
              <a:t>Mobile-optimized, cross-device compatible, PWA capabilities</a:t>
            </a:r>
            <a:endParaRPr b="0" lang="en-US" sz="16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53" name="Rectangle: Rounded Corners 13"/>
          <p:cNvSpPr/>
          <p:nvPr/>
        </p:nvSpPr>
        <p:spPr>
          <a:xfrm>
            <a:off x="4060440" y="0"/>
            <a:ext cx="3726000" cy="1270440"/>
          </a:xfrm>
          <a:prstGeom prst="roundRect">
            <a:avLst>
              <a:gd name="adj" fmla="val 16667"/>
            </a:avLst>
          </a:prstGeom>
          <a:solidFill>
            <a:schemeClr val="tx2"/>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r>
              <a:rPr b="1" lang="en-US" sz="1600" strike="noStrike" u="none">
                <a:solidFill>
                  <a:schemeClr val="lt1"/>
                </a:solidFill>
                <a:effectLst/>
                <a:uFillTx/>
                <a:latin typeface="Roboto"/>
                <a:ea typeface="Roboto"/>
              </a:rPr>
              <a:t>NON-FUNCTIONAL REQUIREMENTS</a:t>
            </a:r>
            <a:endParaRPr b="0" lang="en-US" sz="1600" strike="noStrike" u="none">
              <a:solidFill>
                <a:srgbClr val="ffffff"/>
              </a:solidFill>
              <a:effectLst/>
              <a:uFillTx/>
              <a:latin typeface="Arial"/>
            </a:endParaRPr>
          </a:p>
        </p:txBody>
      </p:sp>
      <p:sp>
        <p:nvSpPr>
          <p:cNvPr id="154" name="Rectangle: Rounded Corners 14"/>
          <p:cNvSpPr/>
          <p:nvPr/>
        </p:nvSpPr>
        <p:spPr>
          <a:xfrm>
            <a:off x="1189800" y="914400"/>
            <a:ext cx="9783000" cy="5715000"/>
          </a:xfrm>
          <a:prstGeom prst="roundRect">
            <a:avLst>
              <a:gd name="adj" fmla="val 16667"/>
            </a:avLst>
          </a:prstGeom>
          <a:solidFill>
            <a:schemeClr val="tx2"/>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defTabSz="457200">
              <a:lnSpc>
                <a:spcPct val="100000"/>
              </a:lnSpc>
            </a:pPr>
            <a:r>
              <a:rPr b="1" lang="en-US" sz="1600" strike="noStrike" u="none">
                <a:solidFill>
                  <a:schemeClr val="lt1"/>
                </a:solidFill>
                <a:effectLst/>
                <a:uFillTx/>
                <a:latin typeface="Roboto"/>
                <a:ea typeface="Roboto"/>
              </a:rPr>
              <a:t>RELIABILITY</a:t>
            </a:r>
            <a:endParaRPr b="0" lang="en-US" sz="1600" strike="noStrike" u="none">
              <a:solidFill>
                <a:srgbClr val="ffffff"/>
              </a:solidFill>
              <a:effectLst/>
              <a:uFillTx/>
              <a:latin typeface="Arial"/>
            </a:endParaRPr>
          </a:p>
          <a:p>
            <a:pPr defTabSz="457200">
              <a:lnSpc>
                <a:spcPct val="100000"/>
              </a:lnSpc>
            </a:pPr>
            <a:r>
              <a:rPr b="0" lang="en-US" sz="1600" strike="noStrike" u="none">
                <a:solidFill>
                  <a:schemeClr val="lt1"/>
                </a:solidFill>
                <a:effectLst/>
                <a:uFillTx/>
                <a:latin typeface="Roboto"/>
                <a:ea typeface="Roboto"/>
              </a:rPr>
              <a:t>Consistent vehicle availability data, accurate GPS tracking, dependable booking system, minimal downtime</a:t>
            </a:r>
            <a:endParaRPr b="0" lang="en-US" sz="1600" strike="noStrike" u="none">
              <a:solidFill>
                <a:srgbClr val="ffffff"/>
              </a:solidFill>
              <a:effectLst/>
              <a:uFillTx/>
              <a:latin typeface="Arial"/>
            </a:endParaRPr>
          </a:p>
          <a:p>
            <a:pPr defTabSz="457200">
              <a:lnSpc>
                <a:spcPct val="100000"/>
              </a:lnSpc>
            </a:pPr>
            <a:endParaRPr b="0" lang="en-US" sz="1600" strike="noStrike" u="none">
              <a:solidFill>
                <a:srgbClr val="ffffff"/>
              </a:solidFill>
              <a:effectLst/>
              <a:uFillTx/>
              <a:latin typeface="Arial"/>
            </a:endParaRPr>
          </a:p>
          <a:p>
            <a:pPr defTabSz="457200">
              <a:lnSpc>
                <a:spcPct val="100000"/>
              </a:lnSpc>
            </a:pPr>
            <a:r>
              <a:rPr b="1" lang="en-US" sz="1600" strike="noStrike" u="none">
                <a:solidFill>
                  <a:schemeClr val="lt1"/>
                </a:solidFill>
                <a:effectLst/>
                <a:uFillTx/>
                <a:latin typeface="Roboto"/>
                <a:ea typeface="Roboto"/>
              </a:rPr>
              <a:t>USABILITY</a:t>
            </a:r>
            <a:endParaRPr b="0" lang="en-US" sz="1600" strike="noStrike" u="none">
              <a:solidFill>
                <a:srgbClr val="ffffff"/>
              </a:solidFill>
              <a:effectLst/>
              <a:uFillTx/>
              <a:latin typeface="Arial"/>
            </a:endParaRPr>
          </a:p>
          <a:p>
            <a:pPr defTabSz="457200">
              <a:lnSpc>
                <a:spcPct val="100000"/>
              </a:lnSpc>
            </a:pPr>
            <a:r>
              <a:rPr b="0" lang="en-US" sz="1600" strike="noStrike" u="none">
                <a:solidFill>
                  <a:schemeClr val="lt1"/>
                </a:solidFill>
                <a:effectLst/>
                <a:uFillTx/>
                <a:latin typeface="Roboto"/>
                <a:ea typeface="Roboto"/>
              </a:rPr>
              <a:t>Easy vehicle search, simple booking process, clear navigation, accessible for all user types.</a:t>
            </a:r>
            <a:endParaRPr b="0" lang="en-US" sz="1600" strike="noStrike" u="none">
              <a:solidFill>
                <a:srgbClr val="ffffff"/>
              </a:solidFill>
              <a:effectLst/>
              <a:uFillTx/>
              <a:latin typeface="Arial"/>
            </a:endParaRPr>
          </a:p>
          <a:p>
            <a:pPr defTabSz="457200">
              <a:lnSpc>
                <a:spcPct val="100000"/>
              </a:lnSpc>
            </a:pPr>
            <a:r>
              <a:rPr b="0" lang="en-US" sz="1600" strike="noStrike" u="none">
                <a:solidFill>
                  <a:schemeClr val="lt1"/>
                </a:solidFill>
                <a:effectLst/>
                <a:uFillTx/>
                <a:latin typeface="Roboto"/>
                <a:ea typeface="Roboto"/>
              </a:rPr>
              <a:t>Works on all devices, supports all major browsers, responsive on mobile/tablet/desktop</a:t>
            </a:r>
            <a:endParaRPr b="0" lang="en-US" sz="1600" strike="noStrike" u="none">
              <a:solidFill>
                <a:srgbClr val="ffffff"/>
              </a:solidFill>
              <a:effectLst/>
              <a:uFillTx/>
              <a:latin typeface="Arial"/>
            </a:endParaRPr>
          </a:p>
          <a:p>
            <a:pPr defTabSz="457200">
              <a:lnSpc>
                <a:spcPct val="100000"/>
              </a:lnSpc>
            </a:pPr>
            <a:endParaRPr b="0" lang="en-US" sz="1600" strike="noStrike" u="none">
              <a:solidFill>
                <a:srgbClr val="ffffff"/>
              </a:solidFill>
              <a:effectLst/>
              <a:uFillTx/>
              <a:latin typeface="Arial"/>
            </a:endParaRPr>
          </a:p>
          <a:p>
            <a:pPr defTabSz="457200">
              <a:lnSpc>
                <a:spcPct val="100000"/>
              </a:lnSpc>
            </a:pPr>
            <a:r>
              <a:rPr b="1" lang="en-US" sz="1600" strike="noStrike" u="none">
                <a:solidFill>
                  <a:schemeClr val="lt1"/>
                </a:solidFill>
                <a:effectLst/>
                <a:uFillTx/>
                <a:latin typeface="Roboto"/>
                <a:ea typeface="Roboto"/>
              </a:rPr>
              <a:t>RESPONSE TIME</a:t>
            </a:r>
            <a:endParaRPr b="0" lang="en-US" sz="1600" strike="noStrike" u="none">
              <a:solidFill>
                <a:srgbClr val="ffffff"/>
              </a:solidFill>
              <a:effectLst/>
              <a:uFillTx/>
              <a:latin typeface="Arial"/>
            </a:endParaRPr>
          </a:p>
          <a:p>
            <a:pPr defTabSz="457200">
              <a:lnSpc>
                <a:spcPct val="100000"/>
              </a:lnSpc>
            </a:pPr>
            <a:r>
              <a:rPr b="0" lang="en-US" sz="1600" strike="noStrike" u="none">
                <a:solidFill>
                  <a:schemeClr val="lt1"/>
                </a:solidFill>
                <a:effectLst/>
                <a:uFillTx/>
                <a:latin typeface="Roboto"/>
                <a:ea typeface="Roboto"/>
              </a:rPr>
              <a:t>Real-time vehicle location updates, instant search results, smooth map rendering, fast booking confirmations</a:t>
            </a:r>
            <a:endParaRPr b="0" lang="en-US" sz="1600" strike="noStrike" u="none">
              <a:solidFill>
                <a:srgbClr val="ffffff"/>
              </a:solidFill>
              <a:effectLst/>
              <a:uFillTx/>
              <a:latin typeface="Arial"/>
            </a:endParaRPr>
          </a:p>
          <a:p>
            <a:pPr defTabSz="457200">
              <a:lnSpc>
                <a:spcPct val="100000"/>
              </a:lnSpc>
            </a:pPr>
            <a:r>
              <a:rPr b="0" lang="en-US" sz="1600" strike="noStrike" u="none">
                <a:solidFill>
                  <a:schemeClr val="lt1"/>
                </a:solidFill>
                <a:effectLst/>
                <a:uFillTx/>
                <a:latin typeface="Roboto"/>
                <a:ea typeface="Roboto"/>
              </a:rPr>
              <a:t>Quick search results, instant chatbot responses, fast map loading, immediate booking confirmations</a:t>
            </a:r>
            <a:endParaRPr b="0" lang="en-US" sz="1600" strike="noStrike" u="none">
              <a:solidFill>
                <a:srgbClr val="ffffff"/>
              </a:solidFill>
              <a:effectLst/>
              <a:uFillTx/>
              <a:latin typeface="Arial"/>
            </a:endParaRPr>
          </a:p>
          <a:p>
            <a:pPr defTabSz="457200">
              <a:lnSpc>
                <a:spcPct val="100000"/>
              </a:lnSpc>
            </a:pPr>
            <a:endParaRPr b="0" lang="en-US" sz="1800" strike="noStrike" u="none">
              <a:solidFill>
                <a:srgbClr val="ffffff"/>
              </a:solidFill>
              <a:effectLst/>
              <a:uFillTx/>
              <a:latin typeface="Arial"/>
            </a:endParaRPr>
          </a:p>
          <a:p>
            <a:pPr defTabSz="457200">
              <a:lnSpc>
                <a:spcPct val="100000"/>
              </a:lnSpc>
            </a:pPr>
            <a:r>
              <a:rPr b="1" lang="en-US" sz="1800" strike="noStrike" u="none">
                <a:solidFill>
                  <a:srgbClr val="ffffff"/>
                </a:solidFill>
                <a:effectLst/>
                <a:uFillTx/>
                <a:latin typeface="Arial"/>
              </a:rPr>
              <a:t>Scalability</a:t>
            </a:r>
            <a:endParaRPr b="0" lang="en-US" sz="1800" strike="noStrike" u="none">
              <a:solidFill>
                <a:srgbClr val="ffffff"/>
              </a:solidFill>
              <a:effectLst/>
              <a:uFillTx/>
              <a:latin typeface="Arial"/>
            </a:endParaRPr>
          </a:p>
          <a:p>
            <a:pPr defTabSz="457200">
              <a:lnSpc>
                <a:spcPct val="100000"/>
              </a:lnSpc>
            </a:pPr>
            <a:r>
              <a:rPr b="0" lang="en-US" sz="1600" strike="noStrike" u="none">
                <a:solidFill>
                  <a:schemeClr val="lt1"/>
                </a:solidFill>
                <a:effectLst/>
                <a:uFillTx/>
                <a:latin typeface="Roboto"/>
                <a:ea typeface="Roboto"/>
              </a:rPr>
              <a:t>Handle growing vehicle listings, support increasing user base, expand to new regions</a:t>
            </a:r>
            <a:endParaRPr b="0" lang="en-US" sz="16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55" name="Rectangle: Rounded Corners 15"/>
          <p:cNvSpPr/>
          <p:nvPr/>
        </p:nvSpPr>
        <p:spPr>
          <a:xfrm>
            <a:off x="4060440" y="0"/>
            <a:ext cx="3726000" cy="1270440"/>
          </a:xfrm>
          <a:prstGeom prst="roundRect">
            <a:avLst>
              <a:gd name="adj" fmla="val 16667"/>
            </a:avLst>
          </a:prstGeom>
          <a:solidFill>
            <a:schemeClr val="tx2"/>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r>
              <a:rPr b="1" lang="en-US" sz="1600" strike="noStrike" u="none">
                <a:solidFill>
                  <a:schemeClr val="lt1"/>
                </a:solidFill>
                <a:effectLst/>
                <a:uFillTx/>
                <a:latin typeface="Roboto"/>
                <a:ea typeface="Roboto"/>
              </a:rPr>
              <a:t>Development Environment &amp; Tools</a:t>
            </a:r>
            <a:endParaRPr b="0" lang="en-US" sz="1600" strike="noStrike" u="none">
              <a:solidFill>
                <a:srgbClr val="ffffff"/>
              </a:solidFill>
              <a:effectLst/>
              <a:uFillTx/>
              <a:latin typeface="Arial"/>
            </a:endParaRPr>
          </a:p>
        </p:txBody>
      </p:sp>
      <p:sp>
        <p:nvSpPr>
          <p:cNvPr id="156" name="Rectangle: Rounded Corners 16"/>
          <p:cNvSpPr/>
          <p:nvPr/>
        </p:nvSpPr>
        <p:spPr>
          <a:xfrm>
            <a:off x="-70200" y="1143000"/>
            <a:ext cx="6255000" cy="3886200"/>
          </a:xfrm>
          <a:prstGeom prst="roundRect">
            <a:avLst>
              <a:gd name="adj" fmla="val 16667"/>
            </a:avLst>
          </a:prstGeom>
          <a:solidFill>
            <a:schemeClr val="tx2"/>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defTabSz="457200">
              <a:lnSpc>
                <a:spcPct val="100000"/>
              </a:lnSpc>
            </a:pPr>
            <a:endParaRPr b="0" lang="en-US" sz="1600" strike="noStrike" u="none">
              <a:solidFill>
                <a:srgbClr val="ffffff"/>
              </a:solidFill>
              <a:effectLst/>
              <a:uFillTx/>
              <a:latin typeface="Arial"/>
            </a:endParaRPr>
          </a:p>
          <a:p>
            <a:pPr defTabSz="457200">
              <a:lnSpc>
                <a:spcPct val="100000"/>
              </a:lnSpc>
            </a:pPr>
            <a:endParaRPr b="0" lang="en-US" sz="1600" strike="noStrike" u="none">
              <a:solidFill>
                <a:srgbClr val="ffffff"/>
              </a:solidFill>
              <a:effectLst/>
              <a:uFillTx/>
              <a:latin typeface="Arial"/>
            </a:endParaRPr>
          </a:p>
          <a:p>
            <a:pPr defTabSz="457200">
              <a:lnSpc>
                <a:spcPct val="100000"/>
              </a:lnSpc>
            </a:pPr>
            <a:r>
              <a:rPr b="1" lang="en-US" sz="1600" strike="noStrike" u="none">
                <a:solidFill>
                  <a:schemeClr val="lt1"/>
                </a:solidFill>
                <a:effectLst/>
                <a:uFillTx/>
                <a:latin typeface="Roboto"/>
                <a:ea typeface="Roboto"/>
              </a:rPr>
              <a:t>Frontend Development</a:t>
            </a:r>
            <a:endParaRPr b="0" lang="en-US" sz="1600" strike="noStrike" u="none">
              <a:solidFill>
                <a:srgbClr val="ffffff"/>
              </a:solidFill>
              <a:effectLst/>
              <a:uFillTx/>
              <a:latin typeface="Arial"/>
            </a:endParaRPr>
          </a:p>
          <a:p>
            <a:pPr defTabSz="457200">
              <a:lnSpc>
                <a:spcPct val="100000"/>
              </a:lnSpc>
            </a:pPr>
            <a:r>
              <a:rPr b="0" lang="en-US" sz="1600" strike="noStrike" u="none">
                <a:solidFill>
                  <a:schemeClr val="lt1"/>
                </a:solidFill>
                <a:effectLst/>
                <a:uFillTx/>
                <a:latin typeface="Roboto"/>
                <a:ea typeface="Roboto"/>
              </a:rPr>
              <a:t>HTML5, CSS3, jQuery for dynamic interactions and responsive design</a:t>
            </a:r>
            <a:endParaRPr b="0" lang="en-US" sz="1600" strike="noStrike" u="none">
              <a:solidFill>
                <a:srgbClr val="ffffff"/>
              </a:solidFill>
              <a:effectLst/>
              <a:uFillTx/>
              <a:latin typeface="Arial"/>
            </a:endParaRPr>
          </a:p>
          <a:p>
            <a:pPr defTabSz="457200">
              <a:lnSpc>
                <a:spcPct val="100000"/>
              </a:lnSpc>
            </a:pPr>
            <a:endParaRPr b="0" lang="en-US" sz="1600" strike="noStrike" u="none">
              <a:solidFill>
                <a:srgbClr val="ffffff"/>
              </a:solidFill>
              <a:effectLst/>
              <a:uFillTx/>
              <a:latin typeface="Arial"/>
            </a:endParaRPr>
          </a:p>
          <a:p>
            <a:pPr defTabSz="457200">
              <a:lnSpc>
                <a:spcPct val="100000"/>
              </a:lnSpc>
            </a:pPr>
            <a:r>
              <a:rPr b="1" lang="en-US" sz="1600" strike="noStrike" u="none">
                <a:solidFill>
                  <a:schemeClr val="lt1"/>
                </a:solidFill>
                <a:effectLst/>
                <a:uFillTx/>
                <a:latin typeface="Roboto"/>
                <a:ea typeface="Roboto"/>
              </a:rPr>
              <a:t>Backend Development</a:t>
            </a:r>
            <a:endParaRPr b="0" lang="en-US" sz="1600" strike="noStrike" u="none">
              <a:solidFill>
                <a:srgbClr val="ffffff"/>
              </a:solidFill>
              <a:effectLst/>
              <a:uFillTx/>
              <a:latin typeface="Arial"/>
            </a:endParaRPr>
          </a:p>
          <a:p>
            <a:pPr defTabSz="457200">
              <a:lnSpc>
                <a:spcPct val="100000"/>
              </a:lnSpc>
            </a:pPr>
            <a:r>
              <a:rPr b="0" lang="en-US" sz="1600" strike="noStrike" u="none">
                <a:solidFill>
                  <a:schemeClr val="lt1"/>
                </a:solidFill>
                <a:effectLst/>
                <a:uFillTx/>
                <a:latin typeface="Roboto"/>
                <a:ea typeface="Roboto"/>
              </a:rPr>
              <a:t>Laravel (PHP) framework with MVC architecture, RESTful API implementation</a:t>
            </a:r>
            <a:endParaRPr b="0" lang="en-US" sz="1600" strike="noStrike" u="none">
              <a:solidFill>
                <a:srgbClr val="ffffff"/>
              </a:solidFill>
              <a:effectLst/>
              <a:uFillTx/>
              <a:latin typeface="Arial"/>
            </a:endParaRPr>
          </a:p>
          <a:p>
            <a:pPr defTabSz="457200">
              <a:lnSpc>
                <a:spcPct val="100000"/>
              </a:lnSpc>
            </a:pPr>
            <a:endParaRPr b="0" lang="en-US" sz="1600" strike="noStrike" u="none">
              <a:solidFill>
                <a:srgbClr val="ffffff"/>
              </a:solidFill>
              <a:effectLst/>
              <a:uFillTx/>
              <a:latin typeface="Arial"/>
            </a:endParaRPr>
          </a:p>
          <a:p>
            <a:pPr defTabSz="457200">
              <a:lnSpc>
                <a:spcPct val="100000"/>
              </a:lnSpc>
            </a:pPr>
            <a:r>
              <a:rPr b="1" lang="en-US" sz="1600" strike="noStrike" u="none">
                <a:solidFill>
                  <a:schemeClr val="lt1"/>
                </a:solidFill>
                <a:effectLst/>
                <a:uFillTx/>
                <a:latin typeface="Roboto"/>
                <a:ea typeface="Roboto"/>
              </a:rPr>
              <a:t>Database</a:t>
            </a:r>
            <a:endParaRPr b="0" lang="en-US" sz="1600" strike="noStrike" u="none">
              <a:solidFill>
                <a:srgbClr val="ffffff"/>
              </a:solidFill>
              <a:effectLst/>
              <a:uFillTx/>
              <a:latin typeface="Arial"/>
            </a:endParaRPr>
          </a:p>
          <a:p>
            <a:pPr defTabSz="457200">
              <a:lnSpc>
                <a:spcPct val="100000"/>
              </a:lnSpc>
            </a:pPr>
            <a:r>
              <a:rPr b="0" lang="en-US" sz="1600" strike="noStrike" u="none">
                <a:solidFill>
                  <a:schemeClr val="lt1"/>
                </a:solidFill>
                <a:effectLst/>
                <a:uFillTx/>
                <a:latin typeface="Roboto"/>
                <a:ea typeface="Roboto"/>
              </a:rPr>
              <a:t>MySQL for relational data management and complex queries</a:t>
            </a:r>
            <a:endParaRPr b="0" lang="en-US" sz="1600" strike="noStrike" u="none">
              <a:solidFill>
                <a:srgbClr val="ffffff"/>
              </a:solidFill>
              <a:effectLst/>
              <a:uFillTx/>
              <a:latin typeface="Arial"/>
            </a:endParaRPr>
          </a:p>
          <a:p>
            <a:pPr defTabSz="457200">
              <a:lnSpc>
                <a:spcPct val="100000"/>
              </a:lnSpc>
            </a:pPr>
            <a:endParaRPr b="0" lang="en-US" sz="1600" strike="noStrike" u="none">
              <a:solidFill>
                <a:srgbClr val="ffffff"/>
              </a:solidFill>
              <a:effectLst/>
              <a:uFillTx/>
              <a:latin typeface="Arial"/>
            </a:endParaRPr>
          </a:p>
          <a:p>
            <a:pPr defTabSz="457200">
              <a:lnSpc>
                <a:spcPct val="100000"/>
              </a:lnSpc>
            </a:pPr>
            <a:r>
              <a:rPr b="1" lang="en-US" sz="1600" strike="noStrike" u="none">
                <a:solidFill>
                  <a:schemeClr val="lt1"/>
                </a:solidFill>
                <a:effectLst/>
                <a:uFillTx/>
                <a:latin typeface="Roboto"/>
                <a:ea typeface="Roboto"/>
              </a:rPr>
              <a:t>Real-Time Features</a:t>
            </a:r>
            <a:endParaRPr b="0" lang="en-US" sz="1600" strike="noStrike" u="none">
              <a:solidFill>
                <a:srgbClr val="ffffff"/>
              </a:solidFill>
              <a:effectLst/>
              <a:uFillTx/>
              <a:latin typeface="Arial"/>
            </a:endParaRPr>
          </a:p>
          <a:p>
            <a:pPr defTabSz="457200">
              <a:lnSpc>
                <a:spcPct val="100000"/>
              </a:lnSpc>
            </a:pPr>
            <a:r>
              <a:rPr b="0" lang="en-US" sz="1600" strike="noStrike" u="none">
                <a:solidFill>
                  <a:schemeClr val="lt1"/>
                </a:solidFill>
                <a:effectLst/>
                <a:uFillTx/>
                <a:latin typeface="Roboto"/>
                <a:ea typeface="Roboto"/>
              </a:rPr>
              <a:t>WebSocket (Laravel Echo) for live vehicle tracking and instant notifications</a:t>
            </a:r>
            <a:endParaRPr b="0" lang="en-US" sz="1600" strike="noStrike" u="none">
              <a:solidFill>
                <a:srgbClr val="ffffff"/>
              </a:solidFill>
              <a:effectLst/>
              <a:uFillTx/>
              <a:latin typeface="Arial"/>
            </a:endParaRPr>
          </a:p>
          <a:p>
            <a:pPr defTabSz="457200">
              <a:lnSpc>
                <a:spcPct val="100000"/>
              </a:lnSpc>
            </a:pPr>
            <a:endParaRPr b="0" lang="en-US" sz="1600" strike="noStrike" u="none">
              <a:solidFill>
                <a:srgbClr val="ffffff"/>
              </a:solidFill>
              <a:effectLst/>
              <a:uFillTx/>
              <a:latin typeface="Arial"/>
            </a:endParaRPr>
          </a:p>
          <a:p>
            <a:pPr defTabSz="457200">
              <a:lnSpc>
                <a:spcPct val="100000"/>
              </a:lnSpc>
            </a:pPr>
            <a:endParaRPr b="0" lang="en-US" sz="1600" strike="noStrike" u="none">
              <a:solidFill>
                <a:srgbClr val="ffffff"/>
              </a:solidFill>
              <a:effectLst/>
              <a:uFillTx/>
              <a:latin typeface="Arial"/>
            </a:endParaRPr>
          </a:p>
        </p:txBody>
      </p:sp>
      <p:sp>
        <p:nvSpPr>
          <p:cNvPr id="157" name="Rectangle: Rounded Corners 17"/>
          <p:cNvSpPr/>
          <p:nvPr/>
        </p:nvSpPr>
        <p:spPr>
          <a:xfrm>
            <a:off x="5920200" y="1143000"/>
            <a:ext cx="6195600" cy="3886200"/>
          </a:xfrm>
          <a:prstGeom prst="roundRect">
            <a:avLst>
              <a:gd name="adj" fmla="val 16667"/>
            </a:avLst>
          </a:prstGeom>
          <a:solidFill>
            <a:schemeClr val="tx2"/>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defTabSz="457200">
              <a:lnSpc>
                <a:spcPct val="100000"/>
              </a:lnSpc>
            </a:pPr>
            <a:r>
              <a:rPr b="1" lang="en-US" sz="1600" strike="noStrike" u="none">
                <a:solidFill>
                  <a:schemeClr val="lt1"/>
                </a:solidFill>
                <a:effectLst/>
                <a:uFillTx/>
                <a:latin typeface="Roboto"/>
                <a:ea typeface="Roboto"/>
              </a:rPr>
              <a:t>Mapping &amp; Location Services</a:t>
            </a:r>
            <a:endParaRPr b="0" lang="en-US" sz="1600" strike="noStrike" u="none">
              <a:solidFill>
                <a:srgbClr val="ffffff"/>
              </a:solidFill>
              <a:effectLst/>
              <a:uFillTx/>
              <a:latin typeface="Arial"/>
            </a:endParaRPr>
          </a:p>
          <a:p>
            <a:pPr defTabSz="457200">
              <a:lnSpc>
                <a:spcPct val="100000"/>
              </a:lnSpc>
            </a:pPr>
            <a:r>
              <a:rPr b="0" lang="en-US" sz="1600" strike="noStrike" u="none">
                <a:solidFill>
                  <a:schemeClr val="lt1"/>
                </a:solidFill>
                <a:effectLst/>
                <a:uFillTx/>
                <a:latin typeface="Roboto"/>
                <a:ea typeface="Roboto"/>
              </a:rPr>
              <a:t>Google Maps API / OpenStreetMap for GPS tracking, geo-location search, and route optimization</a:t>
            </a:r>
            <a:endParaRPr b="0" lang="en-US" sz="1600" strike="noStrike" u="none">
              <a:solidFill>
                <a:srgbClr val="ffffff"/>
              </a:solidFill>
              <a:effectLst/>
              <a:uFillTx/>
              <a:latin typeface="Arial"/>
            </a:endParaRPr>
          </a:p>
          <a:p>
            <a:pPr defTabSz="457200">
              <a:lnSpc>
                <a:spcPct val="100000"/>
              </a:lnSpc>
            </a:pPr>
            <a:endParaRPr b="0" lang="en-US" sz="1600" strike="noStrike" u="none">
              <a:solidFill>
                <a:srgbClr val="ffffff"/>
              </a:solidFill>
              <a:effectLst/>
              <a:uFillTx/>
              <a:latin typeface="Arial"/>
            </a:endParaRPr>
          </a:p>
          <a:p>
            <a:pPr defTabSz="457200">
              <a:lnSpc>
                <a:spcPct val="100000"/>
              </a:lnSpc>
            </a:pPr>
            <a:r>
              <a:rPr b="1" lang="en-US" sz="1600" strike="noStrike" u="none">
                <a:solidFill>
                  <a:schemeClr val="lt1"/>
                </a:solidFill>
                <a:effectLst/>
                <a:uFillTx/>
                <a:latin typeface="Roboto"/>
                <a:ea typeface="Roboto"/>
              </a:rPr>
              <a:t>Recommendation Engine</a:t>
            </a:r>
            <a:endParaRPr b="0" lang="en-US" sz="1600" strike="noStrike" u="none">
              <a:solidFill>
                <a:srgbClr val="ffffff"/>
              </a:solidFill>
              <a:effectLst/>
              <a:uFillTx/>
              <a:latin typeface="Arial"/>
            </a:endParaRPr>
          </a:p>
          <a:p>
            <a:pPr defTabSz="457200">
              <a:lnSpc>
                <a:spcPct val="100000"/>
              </a:lnSpc>
            </a:pPr>
            <a:r>
              <a:rPr b="0" lang="en-US" sz="1600" strike="noStrike" u="none">
                <a:solidFill>
                  <a:schemeClr val="lt1"/>
                </a:solidFill>
                <a:effectLst/>
                <a:uFillTx/>
                <a:latin typeface="Roboto"/>
                <a:ea typeface="Roboto"/>
              </a:rPr>
              <a:t>Lightweight collaborative-filtering with rule-based heuristics using traffic and past-booking data</a:t>
            </a:r>
            <a:endParaRPr b="0" lang="en-US" sz="1600" strike="noStrike" u="none">
              <a:solidFill>
                <a:srgbClr val="ffffff"/>
              </a:solidFill>
              <a:effectLst/>
              <a:uFillTx/>
              <a:latin typeface="Arial"/>
            </a:endParaRPr>
          </a:p>
          <a:p>
            <a:pPr defTabSz="457200">
              <a:lnSpc>
                <a:spcPct val="100000"/>
              </a:lnSpc>
            </a:pPr>
            <a:endParaRPr b="0" lang="en-US" sz="1600" strike="noStrike" u="none">
              <a:solidFill>
                <a:srgbClr val="ffffff"/>
              </a:solidFill>
              <a:effectLst/>
              <a:uFillTx/>
              <a:latin typeface="Arial"/>
            </a:endParaRPr>
          </a:p>
          <a:p>
            <a:pPr defTabSz="457200">
              <a:lnSpc>
                <a:spcPct val="100000"/>
              </a:lnSpc>
            </a:pPr>
            <a:r>
              <a:rPr b="1" lang="en-US" sz="1600" strike="noStrike" u="none">
                <a:solidFill>
                  <a:schemeClr val="lt1"/>
                </a:solidFill>
                <a:effectLst/>
                <a:uFillTx/>
                <a:latin typeface="Roboto"/>
                <a:ea typeface="Roboto"/>
              </a:rPr>
              <a:t>Version Control</a:t>
            </a:r>
            <a:endParaRPr b="0" lang="en-US" sz="1600" strike="noStrike" u="none">
              <a:solidFill>
                <a:srgbClr val="ffffff"/>
              </a:solidFill>
              <a:effectLst/>
              <a:uFillTx/>
              <a:latin typeface="Arial"/>
            </a:endParaRPr>
          </a:p>
          <a:p>
            <a:pPr defTabSz="457200">
              <a:lnSpc>
                <a:spcPct val="100000"/>
              </a:lnSpc>
            </a:pPr>
            <a:r>
              <a:rPr b="0" lang="en-US" sz="1600" strike="noStrike" u="none">
                <a:solidFill>
                  <a:schemeClr val="lt1"/>
                </a:solidFill>
                <a:effectLst/>
                <a:uFillTx/>
                <a:latin typeface="Roboto"/>
                <a:ea typeface="Roboto"/>
              </a:rPr>
              <a:t>GitHub repository with Git branching strategy (development, staging, production)</a:t>
            </a:r>
            <a:endParaRPr b="0" lang="en-US" sz="1600" strike="noStrike" u="none">
              <a:solidFill>
                <a:srgbClr val="ffffff"/>
              </a:solidFill>
              <a:effectLst/>
              <a:uFillTx/>
              <a:latin typeface="Arial"/>
            </a:endParaRPr>
          </a:p>
          <a:p>
            <a:pPr defTabSz="457200">
              <a:lnSpc>
                <a:spcPct val="100000"/>
              </a:lnSpc>
            </a:pPr>
            <a:endParaRPr b="0" lang="en-US" sz="1600" strike="noStrike" u="none">
              <a:solidFill>
                <a:srgbClr val="ffffff"/>
              </a:solidFill>
              <a:effectLst/>
              <a:uFillTx/>
              <a:latin typeface="Arial"/>
            </a:endParaRPr>
          </a:p>
          <a:p>
            <a:pPr defTabSz="457200">
              <a:lnSpc>
                <a:spcPct val="100000"/>
              </a:lnSpc>
            </a:pPr>
            <a:r>
              <a:rPr b="1" lang="en-US" sz="1600" strike="noStrike" u="none">
                <a:solidFill>
                  <a:schemeClr val="lt1"/>
                </a:solidFill>
                <a:effectLst/>
                <a:uFillTx/>
                <a:latin typeface="Roboto"/>
                <a:ea typeface="Roboto"/>
              </a:rPr>
              <a:t>Coding Standards</a:t>
            </a:r>
            <a:endParaRPr b="0" lang="en-US" sz="1600" strike="noStrike" u="none">
              <a:solidFill>
                <a:srgbClr val="ffffff"/>
              </a:solidFill>
              <a:effectLst/>
              <a:uFillTx/>
              <a:latin typeface="Arial"/>
            </a:endParaRPr>
          </a:p>
          <a:p>
            <a:pPr defTabSz="457200">
              <a:lnSpc>
                <a:spcPct val="100000"/>
              </a:lnSpc>
            </a:pPr>
            <a:r>
              <a:rPr b="0" lang="en-US" sz="1600" strike="noStrike" u="none">
                <a:solidFill>
                  <a:schemeClr val="lt1"/>
                </a:solidFill>
                <a:effectLst/>
                <a:uFillTx/>
                <a:latin typeface="Roboto"/>
                <a:ea typeface="Roboto"/>
              </a:rPr>
              <a:t>PSR-12 PHP coding standards, Laravel best practices, descriptive naming conventions, modular architecture</a:t>
            </a:r>
            <a:endParaRPr b="0" lang="en-US" sz="16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nodeType="clickEffect" fill="hold" presetClass="entr" presetID="5" presetSubtype="10">
                                  <p:stCondLst>
                                    <p:cond delay="0"/>
                                  </p:stCondLst>
                                  <p:childTnLst>
                                    <p:set>
                                      <p:cBhvr>
                                        <p:cTn id="6" dur="1" fill="hold">
                                          <p:stCondLst>
                                            <p:cond delay="0"/>
                                          </p:stCondLst>
                                        </p:cTn>
                                        <p:tgtEl>
                                          <p:spTgt spid="156"/>
                                        </p:tgtEl>
                                        <p:attrNameLst>
                                          <p:attrName>style.visibility</p:attrName>
                                        </p:attrNameLst>
                                      </p:cBhvr>
                                      <p:to>
                                        <p:strVal val="visible"/>
                                      </p:to>
                                    </p:set>
                                    <p:animEffect filter="checkerboard(across)" transition="in">
                                      <p:cBhvr additive="repl">
                                        <p:cTn id="7" dur="500"/>
                                        <p:tgtEl>
                                          <p:spTgt spid="156"/>
                                        </p:tgtEl>
                                      </p:cBhvr>
                                    </p:animEffect>
                                  </p:childTnLst>
                                </p:cTn>
                              </p:par>
                            </p:childTnLst>
                          </p:cTn>
                        </p:par>
                      </p:childTnLst>
                    </p:cTn>
                  </p:par>
                  <p:par>
                    <p:cTn id="8" fill="hold">
                      <p:stCondLst>
                        <p:cond delay="indefinite"/>
                      </p:stCondLst>
                      <p:childTnLst>
                        <p:par>
                          <p:cTn id="9" fill="hold">
                            <p:stCondLst>
                              <p:cond delay="0"/>
                            </p:stCondLst>
                            <p:childTnLst>
                              <p:par>
                                <p:cTn id="10" nodeType="clickEffect" fill="hold" presetClass="entr" presetID="5" presetSubtype="10">
                                  <p:stCondLst>
                                    <p:cond delay="0"/>
                                  </p:stCondLst>
                                  <p:childTnLst>
                                    <p:set>
                                      <p:cBhvr>
                                        <p:cTn id="11" dur="1" fill="hold">
                                          <p:stCondLst>
                                            <p:cond delay="0"/>
                                          </p:stCondLst>
                                        </p:cTn>
                                        <p:tgtEl>
                                          <p:spTgt spid="157"/>
                                        </p:tgtEl>
                                        <p:attrNameLst>
                                          <p:attrName>style.visibility</p:attrName>
                                        </p:attrNameLst>
                                      </p:cBhvr>
                                      <p:to>
                                        <p:strVal val="visible"/>
                                      </p:to>
                                    </p:set>
                                    <p:animEffect filter="checkerboard(across)" transition="in">
                                      <p:cBhvr additive="repl">
                                        <p:cTn id="12" dur="500"/>
                                        <p:tgtEl>
                                          <p:spTgt spid="1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58" name="Rectangle: Rounded Corners 18"/>
          <p:cNvSpPr/>
          <p:nvPr/>
        </p:nvSpPr>
        <p:spPr>
          <a:xfrm>
            <a:off x="4060440" y="0"/>
            <a:ext cx="3726000" cy="1270440"/>
          </a:xfrm>
          <a:prstGeom prst="roundRect">
            <a:avLst>
              <a:gd name="adj" fmla="val 16667"/>
            </a:avLst>
          </a:prstGeom>
          <a:solidFill>
            <a:schemeClr val="tx2"/>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chorCtr="1">
            <a:noAutofit/>
          </a:bodyPr>
          <a:p>
            <a:pPr algn="ctr" defTabSz="457200">
              <a:lnSpc>
                <a:spcPct val="100000"/>
              </a:lnSpc>
              <a:spcBef>
                <a:spcPts val="1191"/>
              </a:spcBef>
              <a:spcAft>
                <a:spcPts val="992"/>
              </a:spcAft>
            </a:pPr>
            <a:r>
              <a:rPr b="1" lang="en-US" sz="1600" strike="noStrike" u="none">
                <a:solidFill>
                  <a:schemeClr val="lt1"/>
                </a:solidFill>
                <a:effectLst/>
                <a:uFillTx/>
                <a:latin typeface="Roboto"/>
                <a:ea typeface="Roboto"/>
              </a:rPr>
              <a:t>Quality Assurance &amp; Deployment Strategy</a:t>
            </a:r>
            <a:endParaRPr b="0" lang="en-US" sz="1600" strike="noStrike" u="none">
              <a:solidFill>
                <a:srgbClr val="ffffff"/>
              </a:solidFill>
              <a:effectLst/>
              <a:uFillTx/>
              <a:latin typeface="Arial"/>
            </a:endParaRPr>
          </a:p>
        </p:txBody>
      </p:sp>
      <p:sp>
        <p:nvSpPr>
          <p:cNvPr id="159" name="Rectangle: Rounded Corners 19"/>
          <p:cNvSpPr/>
          <p:nvPr/>
        </p:nvSpPr>
        <p:spPr>
          <a:xfrm>
            <a:off x="-70200" y="1143000"/>
            <a:ext cx="6255000" cy="5943600"/>
          </a:xfrm>
          <a:prstGeom prst="roundRect">
            <a:avLst>
              <a:gd name="adj" fmla="val 16667"/>
            </a:avLst>
          </a:prstGeom>
          <a:solidFill>
            <a:schemeClr val="tx2"/>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defTabSz="457200">
              <a:lnSpc>
                <a:spcPct val="100000"/>
              </a:lnSpc>
            </a:pPr>
            <a:r>
              <a:rPr b="1" lang="en-US" sz="1600" strike="noStrike" u="none">
                <a:solidFill>
                  <a:schemeClr val="lt1"/>
                </a:solidFill>
                <a:effectLst/>
                <a:uFillTx/>
                <a:latin typeface="Roboto"/>
                <a:ea typeface="Roboto"/>
              </a:rPr>
              <a:t>Testing Approach</a:t>
            </a:r>
            <a:endParaRPr b="0" lang="en-US" sz="1600" strike="noStrike" u="none">
              <a:solidFill>
                <a:srgbClr val="ffffff"/>
              </a:solidFill>
              <a:effectLst/>
              <a:uFillTx/>
              <a:latin typeface="Arial"/>
            </a:endParaRPr>
          </a:p>
          <a:p>
            <a:pPr defTabSz="457200">
              <a:lnSpc>
                <a:spcPct val="100000"/>
              </a:lnSpc>
            </a:pPr>
            <a:r>
              <a:rPr b="0" lang="en-US" sz="1600" strike="noStrike" u="none">
                <a:solidFill>
                  <a:schemeClr val="lt1"/>
                </a:solidFill>
                <a:effectLst/>
                <a:uFillTx/>
                <a:latin typeface="Roboto"/>
                <a:ea typeface="Roboto"/>
              </a:rPr>
              <a:t>Unit testing (PHPUnit), Integration testing (Postman), UI testing (Selenium/Laravel Dusk), Performance testing (JMeter)</a:t>
            </a:r>
            <a:endParaRPr b="0" lang="en-US" sz="1600" strike="noStrike" u="none">
              <a:solidFill>
                <a:srgbClr val="ffffff"/>
              </a:solidFill>
              <a:effectLst/>
              <a:uFillTx/>
              <a:latin typeface="Arial"/>
            </a:endParaRPr>
          </a:p>
          <a:p>
            <a:pPr defTabSz="457200">
              <a:lnSpc>
                <a:spcPct val="100000"/>
              </a:lnSpc>
            </a:pPr>
            <a:endParaRPr b="0" lang="en-US" sz="1600" strike="noStrike" u="none">
              <a:solidFill>
                <a:srgbClr val="ffffff"/>
              </a:solidFill>
              <a:effectLst/>
              <a:uFillTx/>
              <a:latin typeface="Arial"/>
            </a:endParaRPr>
          </a:p>
          <a:p>
            <a:pPr defTabSz="457200">
              <a:lnSpc>
                <a:spcPct val="100000"/>
              </a:lnSpc>
            </a:pPr>
            <a:r>
              <a:rPr b="1" lang="en-US" sz="1600" strike="noStrike" u="none">
                <a:solidFill>
                  <a:schemeClr val="lt1"/>
                </a:solidFill>
                <a:effectLst/>
                <a:uFillTx/>
                <a:latin typeface="Roboto"/>
                <a:ea typeface="Roboto"/>
              </a:rPr>
              <a:t>Testing Coverage</a:t>
            </a:r>
            <a:endParaRPr b="0" lang="en-US" sz="1600" strike="noStrike" u="none">
              <a:solidFill>
                <a:srgbClr val="ffffff"/>
              </a:solidFill>
              <a:effectLst/>
              <a:uFillTx/>
              <a:latin typeface="Arial"/>
            </a:endParaRPr>
          </a:p>
          <a:p>
            <a:pPr defTabSz="457200">
              <a:lnSpc>
                <a:spcPct val="100000"/>
              </a:lnSpc>
            </a:pPr>
            <a:r>
              <a:rPr b="0" lang="en-US" sz="1600" strike="noStrike" u="none">
                <a:solidFill>
                  <a:schemeClr val="lt1"/>
                </a:solidFill>
                <a:effectLst/>
                <a:uFillTx/>
                <a:latin typeface="Roboto"/>
                <a:ea typeface="Roboto"/>
              </a:rPr>
              <a:t>Vehicle search and filtering, booking flow, real-time GPS updates, payment processing, chatbot responses, user authentication</a:t>
            </a:r>
            <a:endParaRPr b="0" lang="en-US" sz="1600" strike="noStrike" u="none">
              <a:solidFill>
                <a:srgbClr val="ffffff"/>
              </a:solidFill>
              <a:effectLst/>
              <a:uFillTx/>
              <a:latin typeface="Arial"/>
            </a:endParaRPr>
          </a:p>
          <a:p>
            <a:pPr defTabSz="457200">
              <a:lnSpc>
                <a:spcPct val="100000"/>
              </a:lnSpc>
            </a:pPr>
            <a:endParaRPr b="0" lang="en-US" sz="1600" strike="noStrike" u="none">
              <a:solidFill>
                <a:srgbClr val="ffffff"/>
              </a:solidFill>
              <a:effectLst/>
              <a:uFillTx/>
              <a:latin typeface="Arial"/>
            </a:endParaRPr>
          </a:p>
          <a:p>
            <a:pPr defTabSz="457200">
              <a:lnSpc>
                <a:spcPct val="100000"/>
              </a:lnSpc>
            </a:pPr>
            <a:r>
              <a:rPr b="1" lang="en-US" sz="1600" strike="noStrike" u="none">
                <a:solidFill>
                  <a:schemeClr val="lt1"/>
                </a:solidFill>
                <a:effectLst/>
                <a:uFillTx/>
                <a:latin typeface="Roboto"/>
                <a:ea typeface="Roboto"/>
              </a:rPr>
              <a:t>User Acceptance Testing (UAT)</a:t>
            </a:r>
            <a:endParaRPr b="0" lang="en-US" sz="1600" strike="noStrike" u="none">
              <a:solidFill>
                <a:srgbClr val="ffffff"/>
              </a:solidFill>
              <a:effectLst/>
              <a:uFillTx/>
              <a:latin typeface="Arial"/>
            </a:endParaRPr>
          </a:p>
          <a:p>
            <a:pPr defTabSz="457200">
              <a:lnSpc>
                <a:spcPct val="100000"/>
              </a:lnSpc>
            </a:pPr>
            <a:r>
              <a:rPr b="0" lang="en-US" sz="1600" strike="noStrike" u="none">
                <a:solidFill>
                  <a:schemeClr val="lt1"/>
                </a:solidFill>
                <a:effectLst/>
                <a:uFillTx/>
                <a:latin typeface="Roboto"/>
                <a:ea typeface="Roboto"/>
              </a:rPr>
              <a:t>Beta testing with rental operators, tourists, and commuters in urban and rural Sri Lankan areas</a:t>
            </a:r>
            <a:endParaRPr b="0" lang="en-US" sz="1600" strike="noStrike" u="none">
              <a:solidFill>
                <a:srgbClr val="ffffff"/>
              </a:solidFill>
              <a:effectLst/>
              <a:uFillTx/>
              <a:latin typeface="Arial"/>
            </a:endParaRPr>
          </a:p>
          <a:p>
            <a:pPr defTabSz="457200">
              <a:lnSpc>
                <a:spcPct val="100000"/>
              </a:lnSpc>
            </a:pPr>
            <a:endParaRPr b="0" lang="en-US" sz="1600" strike="noStrike" u="none">
              <a:solidFill>
                <a:srgbClr val="ffffff"/>
              </a:solidFill>
              <a:effectLst/>
              <a:uFillTx/>
              <a:latin typeface="Arial"/>
            </a:endParaRPr>
          </a:p>
          <a:p>
            <a:pPr defTabSz="457200">
              <a:lnSpc>
                <a:spcPct val="100000"/>
              </a:lnSpc>
            </a:pPr>
            <a:r>
              <a:rPr b="1" lang="en-US" sz="1600" strike="noStrike" u="none">
                <a:solidFill>
                  <a:schemeClr val="lt1"/>
                </a:solidFill>
                <a:effectLst/>
                <a:uFillTx/>
                <a:latin typeface="Roboto"/>
                <a:ea typeface="Roboto"/>
              </a:rPr>
              <a:t>Deployment Platform</a:t>
            </a:r>
            <a:endParaRPr b="0" lang="en-US" sz="1600" strike="noStrike" u="none">
              <a:solidFill>
                <a:srgbClr val="ffffff"/>
              </a:solidFill>
              <a:effectLst/>
              <a:uFillTx/>
              <a:latin typeface="Arial"/>
            </a:endParaRPr>
          </a:p>
          <a:p>
            <a:pPr defTabSz="457200">
              <a:lnSpc>
                <a:spcPct val="100000"/>
              </a:lnSpc>
            </a:pPr>
            <a:r>
              <a:rPr b="0" lang="en-US" sz="1600" strike="noStrike" u="none">
                <a:solidFill>
                  <a:schemeClr val="lt1"/>
                </a:solidFill>
                <a:effectLst/>
                <a:uFillTx/>
                <a:latin typeface="Roboto"/>
                <a:ea typeface="Roboto"/>
              </a:rPr>
              <a:t>Hosting: Shared hosting / VPS (HostGator, SiteGround) or cloud (AWS/DigitalOcean free tier)</a:t>
            </a:r>
            <a:endParaRPr b="0" lang="en-US" sz="1600" strike="noStrike" u="none">
              <a:solidFill>
                <a:srgbClr val="ffffff"/>
              </a:solidFill>
              <a:effectLst/>
              <a:uFillTx/>
              <a:latin typeface="Arial"/>
            </a:endParaRPr>
          </a:p>
        </p:txBody>
      </p:sp>
      <p:sp>
        <p:nvSpPr>
          <p:cNvPr id="160" name="Rectangle: Rounded Corners 20"/>
          <p:cNvSpPr/>
          <p:nvPr/>
        </p:nvSpPr>
        <p:spPr>
          <a:xfrm>
            <a:off x="5920200" y="1143000"/>
            <a:ext cx="6195600" cy="5943600"/>
          </a:xfrm>
          <a:prstGeom prst="roundRect">
            <a:avLst>
              <a:gd name="adj" fmla="val 16667"/>
            </a:avLst>
          </a:prstGeom>
          <a:solidFill>
            <a:schemeClr val="tx2"/>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defTabSz="457200">
              <a:lnSpc>
                <a:spcPct val="100000"/>
              </a:lnSpc>
            </a:pPr>
            <a:endParaRPr b="0" lang="en-US" sz="1600" strike="noStrike" u="none">
              <a:solidFill>
                <a:srgbClr val="ffffff"/>
              </a:solidFill>
              <a:effectLst/>
              <a:uFillTx/>
              <a:latin typeface="Arial"/>
            </a:endParaRPr>
          </a:p>
          <a:p>
            <a:pPr defTabSz="457200">
              <a:lnSpc>
                <a:spcPct val="100000"/>
              </a:lnSpc>
            </a:pPr>
            <a:endParaRPr b="0" lang="en-US" sz="1600" strike="noStrike" u="none">
              <a:solidFill>
                <a:srgbClr val="ffffff"/>
              </a:solidFill>
              <a:effectLst/>
              <a:uFillTx/>
              <a:latin typeface="Arial"/>
            </a:endParaRPr>
          </a:p>
          <a:p>
            <a:pPr defTabSz="457200">
              <a:lnSpc>
                <a:spcPct val="100000"/>
              </a:lnSpc>
            </a:pPr>
            <a:r>
              <a:rPr b="1" lang="en-US" sz="1600" strike="noStrike" u="none">
                <a:solidFill>
                  <a:schemeClr val="lt1"/>
                </a:solidFill>
                <a:effectLst/>
                <a:uFillTx/>
                <a:latin typeface="Roboto"/>
                <a:ea typeface="Roboto"/>
              </a:rPr>
              <a:t>Database</a:t>
            </a:r>
            <a:endParaRPr b="0" lang="en-US" sz="1600" strike="noStrike" u="none">
              <a:solidFill>
                <a:srgbClr val="ffffff"/>
              </a:solidFill>
              <a:effectLst/>
              <a:uFillTx/>
              <a:latin typeface="Arial"/>
            </a:endParaRPr>
          </a:p>
          <a:p>
            <a:pPr defTabSz="457200">
              <a:lnSpc>
                <a:spcPct val="100000"/>
              </a:lnSpc>
            </a:pPr>
            <a:r>
              <a:rPr b="1" lang="en-US" sz="1600" strike="noStrike" u="none">
                <a:solidFill>
                  <a:schemeClr val="lt1"/>
                </a:solidFill>
                <a:effectLst/>
                <a:uFillTx/>
                <a:latin typeface="Roboto"/>
                <a:ea typeface="Roboto"/>
              </a:rPr>
              <a:t> </a:t>
            </a:r>
            <a:r>
              <a:rPr b="0" lang="en-US" sz="1600" strike="noStrike" u="none">
                <a:solidFill>
                  <a:schemeClr val="lt1"/>
                </a:solidFill>
                <a:effectLst/>
                <a:uFillTx/>
                <a:latin typeface="Roboto"/>
                <a:ea typeface="Roboto"/>
              </a:rPr>
              <a:t>MySQL on cloud or shared hosting with automated backups</a:t>
            </a:r>
            <a:endParaRPr b="0" lang="en-US" sz="1600" strike="noStrike" u="none">
              <a:solidFill>
                <a:srgbClr val="ffffff"/>
              </a:solidFill>
              <a:effectLst/>
              <a:uFillTx/>
              <a:latin typeface="Arial"/>
            </a:endParaRPr>
          </a:p>
          <a:p>
            <a:pPr defTabSz="457200">
              <a:lnSpc>
                <a:spcPct val="100000"/>
              </a:lnSpc>
            </a:pPr>
            <a:r>
              <a:rPr b="0" lang="en-US" sz="1600" strike="noStrike" u="none">
                <a:solidFill>
                  <a:schemeClr val="lt1"/>
                </a:solidFill>
                <a:effectLst/>
                <a:uFillTx/>
                <a:latin typeface="Roboto"/>
                <a:ea typeface="Roboto"/>
              </a:rPr>
              <a:t>Domain: Free domain or affordable .lk domain for Sri Lankan market</a:t>
            </a:r>
            <a:endParaRPr b="0" lang="en-US" sz="1600" strike="noStrike" u="none">
              <a:solidFill>
                <a:srgbClr val="ffffff"/>
              </a:solidFill>
              <a:effectLst/>
              <a:uFillTx/>
              <a:latin typeface="Arial"/>
            </a:endParaRPr>
          </a:p>
          <a:p>
            <a:pPr defTabSz="457200">
              <a:lnSpc>
                <a:spcPct val="100000"/>
              </a:lnSpc>
            </a:pPr>
            <a:endParaRPr b="0" lang="en-US" sz="1600" strike="noStrike" u="none">
              <a:solidFill>
                <a:srgbClr val="ffffff"/>
              </a:solidFill>
              <a:effectLst/>
              <a:uFillTx/>
              <a:latin typeface="Arial"/>
            </a:endParaRPr>
          </a:p>
          <a:p>
            <a:pPr defTabSz="457200">
              <a:lnSpc>
                <a:spcPct val="100000"/>
              </a:lnSpc>
            </a:pPr>
            <a:r>
              <a:rPr b="1" lang="en-US" sz="1600" strike="noStrike" u="none">
                <a:solidFill>
                  <a:schemeClr val="lt1"/>
                </a:solidFill>
                <a:effectLst/>
                <a:uFillTx/>
                <a:latin typeface="Roboto"/>
                <a:ea typeface="Roboto"/>
              </a:rPr>
              <a:t>CI/CD Pipeline</a:t>
            </a:r>
            <a:endParaRPr b="0" lang="en-US" sz="1600" strike="noStrike" u="none">
              <a:solidFill>
                <a:srgbClr val="ffffff"/>
              </a:solidFill>
              <a:effectLst/>
              <a:uFillTx/>
              <a:latin typeface="Arial"/>
            </a:endParaRPr>
          </a:p>
          <a:p>
            <a:pPr defTabSz="457200">
              <a:lnSpc>
                <a:spcPct val="100000"/>
              </a:lnSpc>
            </a:pPr>
            <a:r>
              <a:rPr b="0" lang="en-US" sz="1600" strike="noStrike" u="none">
                <a:solidFill>
                  <a:schemeClr val="lt1"/>
                </a:solidFill>
                <a:effectLst/>
                <a:uFillTx/>
                <a:latin typeface="Roboto"/>
                <a:ea typeface="Roboto"/>
              </a:rPr>
              <a:t>Automated testing with GitHub Actions, deployment via FTP/SSH, Laravel migration scripts</a:t>
            </a:r>
            <a:endParaRPr b="0" lang="en-US" sz="1600" strike="noStrike" u="none">
              <a:solidFill>
                <a:srgbClr val="ffffff"/>
              </a:solidFill>
              <a:effectLst/>
              <a:uFillTx/>
              <a:latin typeface="Arial"/>
            </a:endParaRPr>
          </a:p>
          <a:p>
            <a:pPr defTabSz="457200">
              <a:lnSpc>
                <a:spcPct val="100000"/>
              </a:lnSpc>
            </a:pPr>
            <a:endParaRPr b="0" lang="en-US" sz="1600" strike="noStrike" u="none">
              <a:solidFill>
                <a:srgbClr val="ffffff"/>
              </a:solidFill>
              <a:effectLst/>
              <a:uFillTx/>
              <a:latin typeface="Arial"/>
            </a:endParaRPr>
          </a:p>
          <a:p>
            <a:pPr defTabSz="457200">
              <a:lnSpc>
                <a:spcPct val="100000"/>
              </a:lnSpc>
            </a:pPr>
            <a:r>
              <a:rPr b="1" lang="en-US" sz="1600" strike="noStrike" u="none">
                <a:solidFill>
                  <a:schemeClr val="lt1"/>
                </a:solidFill>
                <a:effectLst/>
                <a:uFillTx/>
                <a:latin typeface="Roboto"/>
                <a:ea typeface="Roboto"/>
              </a:rPr>
              <a:t>Monitoring &amp; Maintenance</a:t>
            </a:r>
            <a:endParaRPr b="0" lang="en-US" sz="1600" strike="noStrike" u="none">
              <a:solidFill>
                <a:srgbClr val="ffffff"/>
              </a:solidFill>
              <a:effectLst/>
              <a:uFillTx/>
              <a:latin typeface="Arial"/>
            </a:endParaRPr>
          </a:p>
          <a:p>
            <a:pPr defTabSz="457200">
              <a:lnSpc>
                <a:spcPct val="100000"/>
              </a:lnSpc>
            </a:pPr>
            <a:r>
              <a:rPr b="0" lang="en-US" sz="1600" strike="noStrike" u="none">
                <a:solidFill>
                  <a:schemeClr val="lt1"/>
                </a:solidFill>
                <a:effectLst/>
                <a:uFillTx/>
                <a:latin typeface="Roboto"/>
                <a:ea typeface="Roboto"/>
              </a:rPr>
              <a:t>Laravel logging (Monolog), error tracking, database backup automation, performance monitoring.</a:t>
            </a:r>
            <a:endParaRPr b="0" lang="en-US" sz="1600" strike="noStrike" u="none">
              <a:solidFill>
                <a:srgbClr val="ffffff"/>
              </a:solidFill>
              <a:effectLst/>
              <a:uFillTx/>
              <a:latin typeface="Arial"/>
            </a:endParaRPr>
          </a:p>
          <a:p>
            <a:pPr defTabSz="457200">
              <a:lnSpc>
                <a:spcPct val="100000"/>
              </a:lnSpc>
            </a:pPr>
            <a:endParaRPr b="0" lang="en-US" sz="1600" strike="noStrike" u="none">
              <a:solidFill>
                <a:srgbClr val="ffffff"/>
              </a:solidFill>
              <a:effectLst/>
              <a:uFillTx/>
              <a:latin typeface="Arial"/>
            </a:endParaRPr>
          </a:p>
          <a:p>
            <a:pPr defTabSz="457200">
              <a:lnSpc>
                <a:spcPct val="100000"/>
              </a:lnSpc>
            </a:pPr>
            <a:r>
              <a:rPr b="1" lang="en-US" sz="1600" strike="noStrike" u="none">
                <a:solidFill>
                  <a:schemeClr val="lt1"/>
                </a:solidFill>
                <a:effectLst/>
                <a:uFillTx/>
                <a:latin typeface="Roboto"/>
                <a:ea typeface="Roboto"/>
              </a:rPr>
              <a:t>Supportability</a:t>
            </a:r>
            <a:endParaRPr b="0" lang="en-US" sz="1600" strike="noStrike" u="none">
              <a:solidFill>
                <a:srgbClr val="ffffff"/>
              </a:solidFill>
              <a:effectLst/>
              <a:uFillTx/>
              <a:latin typeface="Arial"/>
            </a:endParaRPr>
          </a:p>
          <a:p>
            <a:pPr defTabSz="457200">
              <a:lnSpc>
                <a:spcPct val="100000"/>
              </a:lnSpc>
            </a:pPr>
            <a:r>
              <a:rPr b="0" lang="en-US" sz="1600" strike="noStrike" u="none">
                <a:solidFill>
                  <a:schemeClr val="lt1"/>
                </a:solidFill>
                <a:effectLst/>
                <a:uFillTx/>
                <a:latin typeface="Roboto"/>
                <a:ea typeface="Roboto"/>
              </a:rPr>
              <a:t>Comprehensive documentation, modular Laravel structure, easy bug fixes, scalable architecture for feature updatesRetryClaude can make mistakes. Please double-check responses.</a:t>
            </a:r>
            <a:endParaRPr b="0" lang="en-US" sz="16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timing>
    <p:tnLst>
      <p:par>
        <p:cTn id="13" dur="indefinite" restart="never" nodeType="tmRoot">
          <p:childTnLst>
            <p:seq>
              <p:cTn id="14" dur="indefinite" nodeType="mainSeq">
                <p:childTnLst>
                  <p:par>
                    <p:cTn id="15" fill="hold">
                      <p:stCondLst>
                        <p:cond delay="indefinite"/>
                      </p:stCondLst>
                      <p:childTnLst>
                        <p:par>
                          <p:cTn id="16" fill="hold">
                            <p:stCondLst>
                              <p:cond delay="0"/>
                            </p:stCondLst>
                            <p:childTnLst>
                              <p:par>
                                <p:cTn id="17" nodeType="clickEffect" fill="hold" presetClass="entr" presetID="5" presetSubtype="10">
                                  <p:stCondLst>
                                    <p:cond delay="0"/>
                                  </p:stCondLst>
                                  <p:childTnLst>
                                    <p:set>
                                      <p:cBhvr>
                                        <p:cTn id="18" dur="1" fill="hold">
                                          <p:stCondLst>
                                            <p:cond delay="0"/>
                                          </p:stCondLst>
                                        </p:cTn>
                                        <p:tgtEl>
                                          <p:spTgt spid="159"/>
                                        </p:tgtEl>
                                        <p:attrNameLst>
                                          <p:attrName>style.visibility</p:attrName>
                                        </p:attrNameLst>
                                      </p:cBhvr>
                                      <p:to>
                                        <p:strVal val="visible"/>
                                      </p:to>
                                    </p:set>
                                    <p:animEffect filter="checkerboard(across)" transition="in">
                                      <p:cBhvr additive="repl">
                                        <p:cTn id="19" dur="500"/>
                                        <p:tgtEl>
                                          <p:spTgt spid="159"/>
                                        </p:tgtEl>
                                      </p:cBhvr>
                                    </p:animEffect>
                                  </p:childTnLst>
                                </p:cTn>
                              </p:par>
                            </p:childTnLst>
                          </p:cTn>
                        </p:par>
                      </p:childTnLst>
                    </p:cTn>
                  </p:par>
                  <p:par>
                    <p:cTn id="20" fill="hold">
                      <p:stCondLst>
                        <p:cond delay="indefinite"/>
                      </p:stCondLst>
                      <p:childTnLst>
                        <p:par>
                          <p:cTn id="21" fill="hold">
                            <p:stCondLst>
                              <p:cond delay="0"/>
                            </p:stCondLst>
                            <p:childTnLst>
                              <p:par>
                                <p:cTn id="22" nodeType="clickEffect" fill="hold" presetClass="entr" presetID="5" presetSubtype="10">
                                  <p:stCondLst>
                                    <p:cond delay="0"/>
                                  </p:stCondLst>
                                  <p:childTnLst>
                                    <p:set>
                                      <p:cBhvr>
                                        <p:cTn id="23" dur="1" fill="hold">
                                          <p:stCondLst>
                                            <p:cond delay="0"/>
                                          </p:stCondLst>
                                        </p:cTn>
                                        <p:tgtEl>
                                          <p:spTgt spid="160"/>
                                        </p:tgtEl>
                                        <p:attrNameLst>
                                          <p:attrName>style.visibility</p:attrName>
                                        </p:attrNameLst>
                                      </p:cBhvr>
                                      <p:to>
                                        <p:strVal val="visible"/>
                                      </p:to>
                                    </p:set>
                                    <p:animEffect filter="checkerboard(across)" transition="in">
                                      <p:cBhvr additive="repl">
                                        <p:cTn id="24" dur="500"/>
                                        <p:tgtEl>
                                          <p:spTgt spid="1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5.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customXml/_rels/item1.xml.rels><?xml version="1.0" encoding="UTF-8"?>
<Relationships xmlns="http://schemas.openxmlformats.org/package/2006/relationships"><Relationship Id="rId1" Type="http://schemas.openxmlformats.org/officeDocument/2006/relationships/customXmlProps" Target="itemProps1.xml"/>
</Relationships>
</file>

<file path=customXml/_rels/item2.xml.rels><?xml version="1.0" encoding="UTF-8"?>
<Relationships xmlns="http://schemas.openxmlformats.org/package/2006/relationships"><Relationship Id="rId1" Type="http://schemas.openxmlformats.org/officeDocument/2006/relationships/customXmlProps" Target="itemProps2.xml"/>
</Relationships>
</file>

<file path=customXml/_rels/item3.xml.rels><?xml version="1.0" encoding="UTF-8"?>
<Relationships xmlns="http://schemas.openxmlformats.org/package/2006/relationships"><Relationship Id="rId1" Type="http://schemas.openxmlformats.org/officeDocument/2006/relationships/customXmlProps" Target="itemProps3.xml"/>
</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41CD4AE2-8CDF-460B-B8DD-E25B2976266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034B83F-6906-4689-98C9-AAA52DE98A6C}">
  <ds:schemaRefs>
    <ds:schemaRef ds:uri="http://schemas.microsoft.com/sharepoint/v3/contenttype/forms"/>
  </ds:schemaRefs>
</ds:datastoreItem>
</file>

<file path=customXml/itemProps3.xml><?xml version="1.0" encoding="utf-8"?>
<ds:datastoreItem xmlns:ds="http://schemas.openxmlformats.org/officeDocument/2006/customXml" ds:itemID="{FCC7764E-1B88-4813-902C-6714719B42F3}">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Office 2013 - 2022 Theme</Template>
  <TotalTime>494</TotalTime>
  <Application>LibreOffice/25.2.5.2$Windows_X86_64 LibreOffice_project/03d19516eb2e1dd5d4ccd751a0d6f35f35e08022</Application>
  <AppVersion>15.0000</AppVersion>
  <Words>257</Words>
  <Paragraphs>38</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2025-05-14T18:01:26Z</dcterms:created>
  <dc:creator>Shihan Nuwanjith</dc:creator>
  <dc:description/>
  <dc:language>en-US</dc:language>
  <cp:lastModifiedBy/>
  <dcterms:modified xsi:type="dcterms:W3CDTF">2025-10-14T10:27:13Z</dcterms:modified>
  <cp:revision>98</cp:revision>
  <dc:subject/>
  <dc:title>progress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y fmtid="{D5CDD505-2E9C-101B-9397-08002B2CF9AE}" pid="4" name="Notes">
    <vt:i4>1</vt:i4>
  </property>
  <property fmtid="{D5CDD505-2E9C-101B-9397-08002B2CF9AE}" pid="5" name="PresentationFormat">
    <vt:lpwstr>Widescreen</vt:lpwstr>
  </property>
  <property fmtid="{D5CDD505-2E9C-101B-9397-08002B2CF9AE}" pid="6" name="Slides">
    <vt:i4>5</vt:i4>
  </property>
</Properties>
</file>